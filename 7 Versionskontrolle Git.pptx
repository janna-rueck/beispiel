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9" r:id="rId3"/>
    <p:sldId id="260" r:id="rId4"/>
    <p:sldId id="261" r:id="rId5"/>
    <p:sldId id="262" r:id="rId6"/>
    <p:sldId id="273" r:id="rId7"/>
    <p:sldId id="281" r:id="rId8"/>
    <p:sldId id="263" r:id="rId9"/>
    <p:sldId id="287" r:id="rId10"/>
    <p:sldId id="286" r:id="rId11"/>
    <p:sldId id="295" r:id="rId12"/>
    <p:sldId id="265" r:id="rId13"/>
    <p:sldId id="267" r:id="rId14"/>
    <p:sldId id="268" r:id="rId15"/>
    <p:sldId id="264" r:id="rId16"/>
    <p:sldId id="269" r:id="rId17"/>
    <p:sldId id="274" r:id="rId18"/>
    <p:sldId id="276" r:id="rId19"/>
    <p:sldId id="277" r:id="rId20"/>
    <p:sldId id="282" r:id="rId21"/>
    <p:sldId id="293" r:id="rId22"/>
    <p:sldId id="296" r:id="rId23"/>
    <p:sldId id="299" r:id="rId24"/>
    <p:sldId id="289" r:id="rId25"/>
    <p:sldId id="283" r:id="rId26"/>
    <p:sldId id="294" r:id="rId27"/>
    <p:sldId id="284" r:id="rId28"/>
    <p:sldId id="292" r:id="rId29"/>
    <p:sldId id="290" r:id="rId30"/>
    <p:sldId id="297" r:id="rId31"/>
    <p:sldId id="298" r:id="rId32"/>
    <p:sldId id="291" r:id="rId33"/>
    <p:sldId id="288" r:id="rId34"/>
    <p:sldId id="285" r:id="rId35"/>
    <p:sldId id="270" r:id="rId36"/>
    <p:sldId id="271" r:id="rId37"/>
    <p:sldId id="272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2C717-5427-4FB8-8B65-AE3534641603}" v="167" dt="2026-04-12T20:24:03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94660"/>
  </p:normalViewPr>
  <p:slideViewPr>
    <p:cSldViewPr snapToGrid="0">
      <p:cViewPr varScale="1">
        <p:scale>
          <a:sx n="91" d="100"/>
          <a:sy n="91" d="100"/>
        </p:scale>
        <p:origin x="4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na Rück" userId="78f973d6694237d2" providerId="LiveId" clId="{21B08C71-9F94-43D4-BACF-603E19A717CD}"/>
    <pc:docChg chg="undo redo custSel addSld delSld modSld sldOrd">
      <pc:chgData name="Janna Rück" userId="78f973d6694237d2" providerId="LiveId" clId="{21B08C71-9F94-43D4-BACF-603E19A717CD}" dt="2026-04-13T06:17:55.229" v="9740" actId="478"/>
      <pc:docMkLst>
        <pc:docMk/>
      </pc:docMkLst>
      <pc:sldChg chg="modSp add del mod">
        <pc:chgData name="Janna Rück" userId="78f973d6694237d2" providerId="LiveId" clId="{21B08C71-9F94-43D4-BACF-603E19A717CD}" dt="2026-04-09T09:07:31.355" v="3760" actId="47"/>
        <pc:sldMkLst>
          <pc:docMk/>
          <pc:sldMk cId="2232839145" sldId="257"/>
        </pc:sldMkLst>
        <pc:spChg chg="mod">
          <ac:chgData name="Janna Rück" userId="78f973d6694237d2" providerId="LiveId" clId="{21B08C71-9F94-43D4-BACF-603E19A717CD}" dt="2026-04-09T09:07:05.221" v="3652" actId="20577"/>
          <ac:spMkLst>
            <pc:docMk/>
            <pc:sldMk cId="2232839145" sldId="257"/>
            <ac:spMk id="2" creationId="{6ADA4238-922E-F145-7FF8-F6E5F56ACF1F}"/>
          </ac:spMkLst>
        </pc:spChg>
        <pc:spChg chg="mod">
          <ac:chgData name="Janna Rück" userId="78f973d6694237d2" providerId="LiveId" clId="{21B08C71-9F94-43D4-BACF-603E19A717CD}" dt="2026-04-09T09:07:09.982" v="3653" actId="20577"/>
          <ac:spMkLst>
            <pc:docMk/>
            <pc:sldMk cId="2232839145" sldId="257"/>
            <ac:spMk id="3" creationId="{43B8EA37-0702-2D10-7AF2-04F3896F39CE}"/>
          </ac:spMkLst>
        </pc:spChg>
      </pc:sldChg>
      <pc:sldChg chg="modSp add del mod">
        <pc:chgData name="Janna Rück" userId="78f973d6694237d2" providerId="LiveId" clId="{21B08C71-9F94-43D4-BACF-603E19A717CD}" dt="2026-04-09T09:07:31.756" v="3761" actId="47"/>
        <pc:sldMkLst>
          <pc:docMk/>
          <pc:sldMk cId="4061390687" sldId="259"/>
        </pc:sldMkLst>
        <pc:spChg chg="mod">
          <ac:chgData name="Janna Rück" userId="78f973d6694237d2" providerId="LiveId" clId="{21B08C71-9F94-43D4-BACF-603E19A717CD}" dt="2026-03-15T19:49:11.799" v="38" actId="208"/>
          <ac:spMkLst>
            <pc:docMk/>
            <pc:sldMk cId="4061390687" sldId="259"/>
            <ac:spMk id="7" creationId="{DFC3CFBE-7F7B-E0DB-85EB-6DCEA97A2923}"/>
          </ac:spMkLst>
        </pc:spChg>
        <pc:spChg chg="mod">
          <ac:chgData name="Janna Rück" userId="78f973d6694237d2" providerId="LiveId" clId="{21B08C71-9F94-43D4-BACF-603E19A717CD}" dt="2026-03-15T19:49:16.598" v="39" actId="208"/>
          <ac:spMkLst>
            <pc:docMk/>
            <pc:sldMk cId="4061390687" sldId="259"/>
            <ac:spMk id="9" creationId="{84A174C2-D442-7177-8730-64650594051E}"/>
          </ac:spMkLst>
        </pc:spChg>
        <pc:cxnChg chg="mod">
          <ac:chgData name="Janna Rück" userId="78f973d6694237d2" providerId="LiveId" clId="{21B08C71-9F94-43D4-BACF-603E19A717CD}" dt="2026-04-09T09:06:22.129" v="3610" actId="14100"/>
          <ac:cxnSpMkLst>
            <pc:docMk/>
            <pc:sldMk cId="4061390687" sldId="259"/>
            <ac:cxnSpMk id="8" creationId="{78AEEB18-331F-0E4E-25F5-4E31DE3053BD}"/>
          </ac:cxnSpMkLst>
        </pc:cxnChg>
      </pc:sldChg>
      <pc:sldChg chg="modSp new mod">
        <pc:chgData name="Janna Rück" userId="78f973d6694237d2" providerId="LiveId" clId="{21B08C71-9F94-43D4-BACF-603E19A717CD}" dt="2026-04-09T09:08:43.135" v="3777" actId="20577"/>
        <pc:sldMkLst>
          <pc:docMk/>
          <pc:sldMk cId="2908717034" sldId="260"/>
        </pc:sldMkLst>
        <pc:spChg chg="mod">
          <ac:chgData name="Janna Rück" userId="78f973d6694237d2" providerId="LiveId" clId="{21B08C71-9F94-43D4-BACF-603E19A717CD}" dt="2026-04-09T09:07:56.769" v="3766" actId="20577"/>
          <ac:spMkLst>
            <pc:docMk/>
            <pc:sldMk cId="2908717034" sldId="260"/>
            <ac:spMk id="2" creationId="{31DF885C-8849-DE41-1AF1-798D7A77202B}"/>
          </ac:spMkLst>
        </pc:spChg>
        <pc:spChg chg="mod">
          <ac:chgData name="Janna Rück" userId="78f973d6694237d2" providerId="LiveId" clId="{21B08C71-9F94-43D4-BACF-603E19A717CD}" dt="2026-04-09T09:08:43.135" v="3777" actId="20577"/>
          <ac:spMkLst>
            <pc:docMk/>
            <pc:sldMk cId="2908717034" sldId="260"/>
            <ac:spMk id="3" creationId="{BD4E6B13-890C-B7B6-5901-B3D50F347A13}"/>
          </ac:spMkLst>
        </pc:spChg>
      </pc:sldChg>
      <pc:sldChg chg="modSp new mod">
        <pc:chgData name="Janna Rück" userId="78f973d6694237d2" providerId="LiveId" clId="{21B08C71-9F94-43D4-BACF-603E19A717CD}" dt="2026-04-09T09:08:56.007" v="3782" actId="20577"/>
        <pc:sldMkLst>
          <pc:docMk/>
          <pc:sldMk cId="2470393396" sldId="261"/>
        </pc:sldMkLst>
        <pc:spChg chg="mod">
          <ac:chgData name="Janna Rück" userId="78f973d6694237d2" providerId="LiveId" clId="{21B08C71-9F94-43D4-BACF-603E19A717CD}" dt="2026-04-09T09:08:56.007" v="3782" actId="20577"/>
          <ac:spMkLst>
            <pc:docMk/>
            <pc:sldMk cId="2470393396" sldId="261"/>
            <ac:spMk id="2" creationId="{A532C868-3543-0067-5C36-7778540E5481}"/>
          </ac:spMkLst>
        </pc:spChg>
        <pc:spChg chg="mod">
          <ac:chgData name="Janna Rück" userId="78f973d6694237d2" providerId="LiveId" clId="{21B08C71-9F94-43D4-BACF-603E19A717CD}" dt="2026-04-09T09:08:54.702" v="3780" actId="21"/>
          <ac:spMkLst>
            <pc:docMk/>
            <pc:sldMk cId="2470393396" sldId="261"/>
            <ac:spMk id="3" creationId="{BFFE29C0-87AE-F113-AEA5-DF5EA184E7DF}"/>
          </ac:spMkLst>
        </pc:spChg>
      </pc:sldChg>
      <pc:sldChg chg="modSp new mod">
        <pc:chgData name="Janna Rück" userId="78f973d6694237d2" providerId="LiveId" clId="{21B08C71-9F94-43D4-BACF-603E19A717CD}" dt="2026-04-09T20:14:24.229" v="5120" actId="20577"/>
        <pc:sldMkLst>
          <pc:docMk/>
          <pc:sldMk cId="2491212278" sldId="262"/>
        </pc:sldMkLst>
        <pc:spChg chg="mod">
          <ac:chgData name="Janna Rück" userId="78f973d6694237d2" providerId="LiveId" clId="{21B08C71-9F94-43D4-BACF-603E19A717CD}" dt="2026-04-09T09:09:13.829" v="3787" actId="20577"/>
          <ac:spMkLst>
            <pc:docMk/>
            <pc:sldMk cId="2491212278" sldId="262"/>
            <ac:spMk id="2" creationId="{C05E0E7F-D952-54CB-D188-CD43B38CBCE0}"/>
          </ac:spMkLst>
        </pc:spChg>
        <pc:spChg chg="mod">
          <ac:chgData name="Janna Rück" userId="78f973d6694237d2" providerId="LiveId" clId="{21B08C71-9F94-43D4-BACF-603E19A717CD}" dt="2026-04-09T20:14:24.229" v="5120" actId="20577"/>
          <ac:spMkLst>
            <pc:docMk/>
            <pc:sldMk cId="2491212278" sldId="262"/>
            <ac:spMk id="3" creationId="{FE313EEA-00F4-26CC-A83D-5CB7463B11C9}"/>
          </ac:spMkLst>
        </pc:spChg>
      </pc:sldChg>
      <pc:sldChg chg="modSp add mod">
        <pc:chgData name="Janna Rück" userId="78f973d6694237d2" providerId="LiveId" clId="{21B08C71-9F94-43D4-BACF-603E19A717CD}" dt="2026-04-10T09:36:46.677" v="7821" actId="5793"/>
        <pc:sldMkLst>
          <pc:docMk/>
          <pc:sldMk cId="3268692799" sldId="263"/>
        </pc:sldMkLst>
        <pc:spChg chg="mod">
          <ac:chgData name="Janna Rück" userId="78f973d6694237d2" providerId="LiveId" clId="{21B08C71-9F94-43D4-BACF-603E19A717CD}" dt="2026-04-09T09:09:56.205" v="3795"/>
          <ac:spMkLst>
            <pc:docMk/>
            <pc:sldMk cId="3268692799" sldId="263"/>
            <ac:spMk id="2" creationId="{D51163EF-B873-2FFB-9193-3990A54A41CC}"/>
          </ac:spMkLst>
        </pc:spChg>
        <pc:spChg chg="mod">
          <ac:chgData name="Janna Rück" userId="78f973d6694237d2" providerId="LiveId" clId="{21B08C71-9F94-43D4-BACF-603E19A717CD}" dt="2026-04-10T09:36:46.677" v="7821" actId="5793"/>
          <ac:spMkLst>
            <pc:docMk/>
            <pc:sldMk cId="3268692799" sldId="263"/>
            <ac:spMk id="3" creationId="{2D1EC752-3AC3-D126-92A1-8E54D5625EE3}"/>
          </ac:spMkLst>
        </pc:spChg>
      </pc:sldChg>
      <pc:sldChg chg="modSp new mod">
        <pc:chgData name="Janna Rück" userId="78f973d6694237d2" providerId="LiveId" clId="{21B08C71-9F94-43D4-BACF-603E19A717CD}" dt="2026-04-12T19:53:13.498" v="9396" actId="20577"/>
        <pc:sldMkLst>
          <pc:docMk/>
          <pc:sldMk cId="330801790" sldId="264"/>
        </pc:sldMkLst>
        <pc:spChg chg="mod">
          <ac:chgData name="Janna Rück" userId="78f973d6694237d2" providerId="LiveId" clId="{21B08C71-9F94-43D4-BACF-603E19A717CD}" dt="2026-04-09T09:10:09.619" v="3800" actId="20577"/>
          <ac:spMkLst>
            <pc:docMk/>
            <pc:sldMk cId="330801790" sldId="264"/>
            <ac:spMk id="2" creationId="{4B794FC0-5088-E0A5-8BFE-0BF21CBE3E7B}"/>
          </ac:spMkLst>
        </pc:spChg>
        <pc:spChg chg="mod">
          <ac:chgData name="Janna Rück" userId="78f973d6694237d2" providerId="LiveId" clId="{21B08C71-9F94-43D4-BACF-603E19A717CD}" dt="2026-04-12T19:53:13.498" v="9396" actId="20577"/>
          <ac:spMkLst>
            <pc:docMk/>
            <pc:sldMk cId="330801790" sldId="264"/>
            <ac:spMk id="3" creationId="{666A8B89-746E-01D1-6CB4-570E1164E852}"/>
          </ac:spMkLst>
        </pc:spChg>
      </pc:sldChg>
      <pc:sldChg chg="modSp new mod">
        <pc:chgData name="Janna Rück" userId="78f973d6694237d2" providerId="LiveId" clId="{21B08C71-9F94-43D4-BACF-603E19A717CD}" dt="2026-04-09T09:11:02.941" v="3808" actId="5793"/>
        <pc:sldMkLst>
          <pc:docMk/>
          <pc:sldMk cId="890928213" sldId="265"/>
        </pc:sldMkLst>
        <pc:spChg chg="mod">
          <ac:chgData name="Janna Rück" userId="78f973d6694237d2" providerId="LiveId" clId="{21B08C71-9F94-43D4-BACF-603E19A717CD}" dt="2026-04-09T09:10:59.985" v="3807" actId="20577"/>
          <ac:spMkLst>
            <pc:docMk/>
            <pc:sldMk cId="890928213" sldId="265"/>
            <ac:spMk id="2" creationId="{30A7A5E7-FA48-9BA6-820E-BEF7C613FB82}"/>
          </ac:spMkLst>
        </pc:spChg>
        <pc:spChg chg="mod">
          <ac:chgData name="Janna Rück" userId="78f973d6694237d2" providerId="LiveId" clId="{21B08C71-9F94-43D4-BACF-603E19A717CD}" dt="2026-04-09T09:11:02.941" v="3808" actId="5793"/>
          <ac:spMkLst>
            <pc:docMk/>
            <pc:sldMk cId="890928213" sldId="265"/>
            <ac:spMk id="3" creationId="{AD774528-8178-9584-872D-FE68E13B3AF1}"/>
          </ac:spMkLst>
        </pc:spChg>
      </pc:sldChg>
      <pc:sldChg chg="add">
        <pc:chgData name="Janna Rück" userId="78f973d6694237d2" providerId="LiveId" clId="{21B08C71-9F94-43D4-BACF-603E19A717CD}" dt="2026-04-09T09:12:01.223" v="3824"/>
        <pc:sldMkLst>
          <pc:docMk/>
          <pc:sldMk cId="1070335421" sldId="267"/>
        </pc:sldMkLst>
      </pc:sldChg>
      <pc:sldChg chg="addSp delSp modSp new mod">
        <pc:chgData name="Janna Rück" userId="78f973d6694237d2" providerId="LiveId" clId="{21B08C71-9F94-43D4-BACF-603E19A717CD}" dt="2026-04-10T09:42:53.327" v="7823" actId="15"/>
        <pc:sldMkLst>
          <pc:docMk/>
          <pc:sldMk cId="2624208809" sldId="268"/>
        </pc:sldMkLst>
        <pc:spChg chg="mod">
          <ac:chgData name="Janna Rück" userId="78f973d6694237d2" providerId="LiveId" clId="{21B08C71-9F94-43D4-BACF-603E19A717CD}" dt="2026-04-09T09:12:19.777" v="3833" actId="20577"/>
          <ac:spMkLst>
            <pc:docMk/>
            <pc:sldMk cId="2624208809" sldId="268"/>
            <ac:spMk id="2" creationId="{35C78CBC-573A-4145-6926-449483BD49DE}"/>
          </ac:spMkLst>
        </pc:spChg>
        <pc:spChg chg="mod">
          <ac:chgData name="Janna Rück" userId="78f973d6694237d2" providerId="LiveId" clId="{21B08C71-9F94-43D4-BACF-603E19A717CD}" dt="2026-04-10T09:42:53.327" v="7823" actId="15"/>
          <ac:spMkLst>
            <pc:docMk/>
            <pc:sldMk cId="2624208809" sldId="268"/>
            <ac:spMk id="3" creationId="{AB0D46C6-13B2-DF69-C10E-96498484F643}"/>
          </ac:spMkLst>
        </pc:spChg>
      </pc:sldChg>
      <pc:sldChg chg="addSp delSp modSp new mod ord chgLayout">
        <pc:chgData name="Janna Rück" userId="78f973d6694237d2" providerId="LiveId" clId="{21B08C71-9F94-43D4-BACF-603E19A717CD}" dt="2026-04-10T09:53:48.231" v="7943" actId="1076"/>
        <pc:sldMkLst>
          <pc:docMk/>
          <pc:sldMk cId="4197232586" sldId="269"/>
        </pc:sldMkLst>
        <pc:spChg chg="mod ord">
          <ac:chgData name="Janna Rück" userId="78f973d6694237d2" providerId="LiveId" clId="{21B08C71-9F94-43D4-BACF-603E19A717CD}" dt="2026-04-09T20:07:11.204" v="4908" actId="700"/>
          <ac:spMkLst>
            <pc:docMk/>
            <pc:sldMk cId="4197232586" sldId="269"/>
            <ac:spMk id="2" creationId="{F7A4F322-BC62-E363-3831-65200D45508A}"/>
          </ac:spMkLst>
        </pc:spChg>
        <pc:spChg chg="add mod">
          <ac:chgData name="Janna Rück" userId="78f973d6694237d2" providerId="LiveId" clId="{21B08C71-9F94-43D4-BACF-603E19A717CD}" dt="2026-04-10T09:53:48.231" v="7943" actId="1076"/>
          <ac:spMkLst>
            <pc:docMk/>
            <pc:sldMk cId="4197232586" sldId="269"/>
            <ac:spMk id="4" creationId="{83B19923-20A0-4C74-4290-0F84AAD332AF}"/>
          </ac:spMkLst>
        </pc:spChg>
      </pc:sldChg>
      <pc:sldChg chg="delSp add mod">
        <pc:chgData name="Janna Rück" userId="78f973d6694237d2" providerId="LiveId" clId="{21B08C71-9F94-43D4-BACF-603E19A717CD}" dt="2026-04-12T19:55:58.394" v="9402" actId="478"/>
        <pc:sldMkLst>
          <pc:docMk/>
          <pc:sldMk cId="922217182" sldId="270"/>
        </pc:sldMkLst>
        <pc:spChg chg="del">
          <ac:chgData name="Janna Rück" userId="78f973d6694237d2" providerId="LiveId" clId="{21B08C71-9F94-43D4-BACF-603E19A717CD}" dt="2026-04-12T19:55:58.394" v="9402" actId="478"/>
          <ac:spMkLst>
            <pc:docMk/>
            <pc:sldMk cId="922217182" sldId="270"/>
            <ac:spMk id="3" creationId="{316DD0F3-7931-D2C8-AE80-2903324128BF}"/>
          </ac:spMkLst>
        </pc:spChg>
      </pc:sldChg>
      <pc:sldChg chg="add">
        <pc:chgData name="Janna Rück" userId="78f973d6694237d2" providerId="LiveId" clId="{21B08C71-9F94-43D4-BACF-603E19A717CD}" dt="2026-04-09T20:48:43.681" v="7706"/>
        <pc:sldMkLst>
          <pc:docMk/>
          <pc:sldMk cId="2590424512" sldId="271"/>
        </pc:sldMkLst>
      </pc:sldChg>
      <pc:sldChg chg="modSp add mod">
        <pc:chgData name="Janna Rück" userId="78f973d6694237d2" providerId="LiveId" clId="{21B08C71-9F94-43D4-BACF-603E19A717CD}" dt="2026-04-09T20:49:32.559" v="7727" actId="6549"/>
        <pc:sldMkLst>
          <pc:docMk/>
          <pc:sldMk cId="379037122" sldId="272"/>
        </pc:sldMkLst>
        <pc:spChg chg="mod">
          <ac:chgData name="Janna Rück" userId="78f973d6694237d2" providerId="LiveId" clId="{21B08C71-9F94-43D4-BACF-603E19A717CD}" dt="2026-04-09T20:49:32.559" v="7727" actId="6549"/>
          <ac:spMkLst>
            <pc:docMk/>
            <pc:sldMk cId="379037122" sldId="272"/>
            <ac:spMk id="3" creationId="{C38E0E6A-87F0-9CE1-D9F4-F147480F4E18}"/>
          </ac:spMkLst>
        </pc:spChg>
      </pc:sldChg>
      <pc:sldChg chg="addSp delSp modSp new mod">
        <pc:chgData name="Janna Rück" userId="78f973d6694237d2" providerId="LiveId" clId="{21B08C71-9F94-43D4-BACF-603E19A717CD}" dt="2026-04-12T19:56:22.799" v="9446" actId="113"/>
        <pc:sldMkLst>
          <pc:docMk/>
          <pc:sldMk cId="3775564314" sldId="273"/>
        </pc:sldMkLst>
        <pc:spChg chg="mod">
          <ac:chgData name="Janna Rück" userId="78f973d6694237d2" providerId="LiveId" clId="{21B08C71-9F94-43D4-BACF-603E19A717CD}" dt="2026-04-09T20:06:33.501" v="4901" actId="20577"/>
          <ac:spMkLst>
            <pc:docMk/>
            <pc:sldMk cId="3775564314" sldId="273"/>
            <ac:spMk id="2" creationId="{18AEB74B-FC31-8BE7-8672-33F4CA7993E2}"/>
          </ac:spMkLst>
        </pc:spChg>
        <pc:spChg chg="mod">
          <ac:chgData name="Janna Rück" userId="78f973d6694237d2" providerId="LiveId" clId="{21B08C71-9F94-43D4-BACF-603E19A717CD}" dt="2026-04-12T19:56:22.799" v="9446" actId="113"/>
          <ac:spMkLst>
            <pc:docMk/>
            <pc:sldMk cId="3775564314" sldId="273"/>
            <ac:spMk id="3" creationId="{D8F3EA3E-D785-CD37-D4C8-0CE08D1C0FA1}"/>
          </ac:spMkLst>
        </pc:spChg>
        <pc:spChg chg="add mod">
          <ac:chgData name="Janna Rück" userId="78f973d6694237d2" providerId="LiveId" clId="{21B08C71-9F94-43D4-BACF-603E19A717CD}" dt="2026-04-12T19:47:04.602" v="9253" actId="1076"/>
          <ac:spMkLst>
            <pc:docMk/>
            <pc:sldMk cId="3775564314" sldId="273"/>
            <ac:spMk id="63" creationId="{8C239EE0-33EE-DB9B-D0A4-26FE8A94D59F}"/>
          </ac:spMkLst>
        </pc:spChg>
        <pc:spChg chg="add mod">
          <ac:chgData name="Janna Rück" userId="78f973d6694237d2" providerId="LiveId" clId="{21B08C71-9F94-43D4-BACF-603E19A717CD}" dt="2026-04-12T19:47:41.604" v="9260" actId="1076"/>
          <ac:spMkLst>
            <pc:docMk/>
            <pc:sldMk cId="3775564314" sldId="273"/>
            <ac:spMk id="68" creationId="{D682B426-618C-8504-574E-9CFFABAC1238}"/>
          </ac:spMkLst>
        </pc:spChg>
        <pc:spChg chg="add del mod">
          <ac:chgData name="Janna Rück" userId="78f973d6694237d2" providerId="LiveId" clId="{21B08C71-9F94-43D4-BACF-603E19A717CD}" dt="2026-04-12T19:47:45.165" v="9261" actId="478"/>
          <ac:spMkLst>
            <pc:docMk/>
            <pc:sldMk cId="3775564314" sldId="273"/>
            <ac:spMk id="81" creationId="{F427AA78-1766-BC1E-E932-833A550C8CA3}"/>
          </ac:spMkLst>
        </pc:spChg>
        <pc:spChg chg="add mod">
          <ac:chgData name="Janna Rück" userId="78f973d6694237d2" providerId="LiveId" clId="{21B08C71-9F94-43D4-BACF-603E19A717CD}" dt="2026-04-12T19:47:51.390" v="9262" actId="1076"/>
          <ac:spMkLst>
            <pc:docMk/>
            <pc:sldMk cId="3775564314" sldId="273"/>
            <ac:spMk id="82" creationId="{8B86E272-7720-F552-A82F-667A4E3A070E}"/>
          </ac:spMkLst>
        </pc:spChg>
        <pc:spChg chg="add mod">
          <ac:chgData name="Janna Rück" userId="78f973d6694237d2" providerId="LiveId" clId="{21B08C71-9F94-43D4-BACF-603E19A717CD}" dt="2026-04-12T19:47:33.778" v="9259" actId="1076"/>
          <ac:spMkLst>
            <pc:docMk/>
            <pc:sldMk cId="3775564314" sldId="273"/>
            <ac:spMk id="83" creationId="{A7A4E236-CFD5-E1F8-A774-F0C2D4C37E72}"/>
          </ac:spMkLst>
        </pc:spChg>
        <pc:spChg chg="add mod">
          <ac:chgData name="Janna Rück" userId="78f973d6694237d2" providerId="LiveId" clId="{21B08C71-9F94-43D4-BACF-603E19A717CD}" dt="2026-04-12T19:48:35.381" v="9266" actId="1076"/>
          <ac:spMkLst>
            <pc:docMk/>
            <pc:sldMk cId="3775564314" sldId="273"/>
            <ac:spMk id="84" creationId="{AB95684D-E23F-E122-2BB1-F955C386FF11}"/>
          </ac:spMkLst>
        </pc:spChg>
        <pc:grpChg chg="del mod">
          <ac:chgData name="Janna Rück" userId="78f973d6694237d2" providerId="LiveId" clId="{21B08C71-9F94-43D4-BACF-603E19A717CD}" dt="2026-04-12T19:38:04.693" v="9011" actId="21"/>
          <ac:grpSpMkLst>
            <pc:docMk/>
            <pc:sldMk cId="3775564314" sldId="273"/>
            <ac:grpSpMk id="16" creationId="{B850B6B6-2E4A-507D-2EC3-F4362AE7C56E}"/>
          </ac:grpSpMkLst>
        </pc:grpChg>
        <pc:grpChg chg="del mod">
          <ac:chgData name="Janna Rück" userId="78f973d6694237d2" providerId="LiveId" clId="{21B08C71-9F94-43D4-BACF-603E19A717CD}" dt="2026-04-12T19:38:04.693" v="9011" actId="21"/>
          <ac:grpSpMkLst>
            <pc:docMk/>
            <pc:sldMk cId="3775564314" sldId="273"/>
            <ac:grpSpMk id="23" creationId="{BFA5234C-D874-3828-02F6-2161D64821ED}"/>
          </ac:grpSpMkLst>
        </pc:grpChg>
        <pc:grpChg chg="del mod">
          <ac:chgData name="Janna Rück" userId="78f973d6694237d2" providerId="LiveId" clId="{21B08C71-9F94-43D4-BACF-603E19A717CD}" dt="2026-04-12T19:38:04.693" v="9011" actId="21"/>
          <ac:grpSpMkLst>
            <pc:docMk/>
            <pc:sldMk cId="3775564314" sldId="273"/>
            <ac:grpSpMk id="70" creationId="{36A77C7D-F1CD-C507-9194-16FB524C2006}"/>
          </ac:grpSpMkLst>
        </pc:grpChg>
        <pc:grpChg chg="del mod">
          <ac:chgData name="Janna Rück" userId="78f973d6694237d2" providerId="LiveId" clId="{21B08C71-9F94-43D4-BACF-603E19A717CD}" dt="2026-04-12T19:38:04.693" v="9011" actId="21"/>
          <ac:grpSpMkLst>
            <pc:docMk/>
            <pc:sldMk cId="3775564314" sldId="273"/>
            <ac:grpSpMk id="79" creationId="{B60C0484-07C4-7F9F-CDBE-815E5C2194AE}"/>
          </ac:grpSpMkLst>
        </pc:grpChg>
        <pc:picChg chg="add mod">
          <ac:chgData name="Janna Rück" userId="78f973d6694237d2" providerId="LiveId" clId="{21B08C71-9F94-43D4-BACF-603E19A717CD}" dt="2026-04-12T19:48:25.689" v="9265" actId="1076"/>
          <ac:picMkLst>
            <pc:docMk/>
            <pc:sldMk cId="3775564314" sldId="273"/>
            <ac:picMk id="9" creationId="{53A4C3B3-FBA6-A12B-2997-561734A2F11C}"/>
          </ac:picMkLst>
        </pc:picChg>
        <pc:picChg chg="add mod">
          <ac:chgData name="Janna Rück" userId="78f973d6694237d2" providerId="LiveId" clId="{21B08C71-9F94-43D4-BACF-603E19A717CD}" dt="2026-04-12T19:44:09.545" v="9215" actId="1076"/>
          <ac:picMkLst>
            <pc:docMk/>
            <pc:sldMk cId="3775564314" sldId="273"/>
            <ac:picMk id="12" creationId="{6A3CF386-9079-374F-9DC4-6F6427526D0D}"/>
          </ac:picMkLst>
        </pc:picChg>
        <pc:picChg chg="add mod">
          <ac:chgData name="Janna Rück" userId="78f973d6694237d2" providerId="LiveId" clId="{21B08C71-9F94-43D4-BACF-603E19A717CD}" dt="2026-04-12T19:44:12.730" v="9217" actId="1076"/>
          <ac:picMkLst>
            <pc:docMk/>
            <pc:sldMk cId="3775564314" sldId="273"/>
            <ac:picMk id="20" creationId="{71A6050C-BA43-715D-12C2-0FEE296A9848}"/>
          </ac:picMkLst>
        </pc:picChg>
        <pc:picChg chg="add mod">
          <ac:chgData name="Janna Rück" userId="78f973d6694237d2" providerId="LiveId" clId="{21B08C71-9F94-43D4-BACF-603E19A717CD}" dt="2026-04-12T19:44:15.290" v="9219" actId="1076"/>
          <ac:picMkLst>
            <pc:docMk/>
            <pc:sldMk cId="3775564314" sldId="273"/>
            <ac:picMk id="26" creationId="{2F8DF277-00F8-EFC5-45F8-2292331C04CA}"/>
          </ac:picMkLst>
        </pc:picChg>
        <pc:picChg chg="add mod">
          <ac:chgData name="Janna Rück" userId="78f973d6694237d2" providerId="LiveId" clId="{21B08C71-9F94-43D4-BACF-603E19A717CD}" dt="2026-04-12T19:44:54.029" v="9225" actId="1076"/>
          <ac:picMkLst>
            <pc:docMk/>
            <pc:sldMk cId="3775564314" sldId="273"/>
            <ac:picMk id="31" creationId="{112B1A19-BC08-5040-5E8E-C47F13EE40CD}"/>
          </ac:picMkLst>
        </pc:picChg>
        <pc:inkChg chg="add del">
          <ac:chgData name="Janna Rück" userId="78f973d6694237d2" providerId="LiveId" clId="{21B08C71-9F94-43D4-BACF-603E19A717CD}" dt="2026-04-12T19:38:04.693" v="9011" actId="21"/>
          <ac:inkMkLst>
            <pc:docMk/>
            <pc:sldMk cId="3775564314" sldId="273"/>
            <ac:inkMk id="11" creationId="{E9B3611A-4D51-6E01-ADD2-B0F249223F00}"/>
          </ac:inkMkLst>
        </pc:inkChg>
        <pc:inkChg chg="add del">
          <ac:chgData name="Janna Rück" userId="78f973d6694237d2" providerId="LiveId" clId="{21B08C71-9F94-43D4-BACF-603E19A717CD}" dt="2026-04-12T19:38:04.693" v="9011" actId="21"/>
          <ac:inkMkLst>
            <pc:docMk/>
            <pc:sldMk cId="3775564314" sldId="273"/>
            <ac:inkMk id="43" creationId="{44951BA3-1A75-CA77-5E13-F7E37438BC35}"/>
          </ac:inkMkLst>
        </pc:inkChg>
        <pc:inkChg chg="add del">
          <ac:chgData name="Janna Rück" userId="78f973d6694237d2" providerId="LiveId" clId="{21B08C71-9F94-43D4-BACF-603E19A717CD}" dt="2026-04-12T19:38:04.693" v="9011" actId="21"/>
          <ac:inkMkLst>
            <pc:docMk/>
            <pc:sldMk cId="3775564314" sldId="273"/>
            <ac:inkMk id="44" creationId="{E5198818-130C-05B1-DB25-AC3B4075EA4E}"/>
          </ac:inkMkLst>
        </pc:inkChg>
        <pc:inkChg chg="add del">
          <ac:chgData name="Janna Rück" userId="78f973d6694237d2" providerId="LiveId" clId="{21B08C71-9F94-43D4-BACF-603E19A717CD}" dt="2026-04-12T19:38:04.693" v="9011" actId="21"/>
          <ac:inkMkLst>
            <pc:docMk/>
            <pc:sldMk cId="3775564314" sldId="273"/>
            <ac:inkMk id="46" creationId="{761000ED-A3FC-D05A-78DC-611F7EF26D0A}"/>
          </ac:inkMkLst>
        </pc:inkChg>
        <pc:inkChg chg="add del">
          <ac:chgData name="Janna Rück" userId="78f973d6694237d2" providerId="LiveId" clId="{21B08C71-9F94-43D4-BACF-603E19A717CD}" dt="2026-04-12T19:38:04.693" v="9011" actId="21"/>
          <ac:inkMkLst>
            <pc:docMk/>
            <pc:sldMk cId="3775564314" sldId="273"/>
            <ac:inkMk id="72" creationId="{4129B244-23D3-FBCC-E40D-49802001F08A}"/>
          </ac:inkMkLst>
        </pc:inkChg>
        <pc:inkChg chg="add del">
          <ac:chgData name="Janna Rück" userId="78f973d6694237d2" providerId="LiveId" clId="{21B08C71-9F94-43D4-BACF-603E19A717CD}" dt="2026-04-12T19:38:04.693" v="9011" actId="21"/>
          <ac:inkMkLst>
            <pc:docMk/>
            <pc:sldMk cId="3775564314" sldId="273"/>
            <ac:inkMk id="80" creationId="{C9B67E24-B224-635E-5A39-DB52B91744D8}"/>
          </ac:inkMkLst>
        </pc:inkChg>
        <pc:cxnChg chg="add mod">
          <ac:chgData name="Janna Rück" userId="78f973d6694237d2" providerId="LiveId" clId="{21B08C71-9F94-43D4-BACF-603E19A717CD}" dt="2026-04-12T19:45:34.786" v="9227" actId="13822"/>
          <ac:cxnSpMkLst>
            <pc:docMk/>
            <pc:sldMk cId="3775564314" sldId="273"/>
            <ac:cxnSpMk id="33" creationId="{CCF8971A-0F86-32FC-FE63-8648511CD6E0}"/>
          </ac:cxnSpMkLst>
        </pc:cxnChg>
        <pc:cxnChg chg="add mod">
          <ac:chgData name="Janna Rück" userId="78f973d6694237d2" providerId="LiveId" clId="{21B08C71-9F94-43D4-BACF-603E19A717CD}" dt="2026-04-12T19:45:44.830" v="9231" actId="1076"/>
          <ac:cxnSpMkLst>
            <pc:docMk/>
            <pc:sldMk cId="3775564314" sldId="273"/>
            <ac:cxnSpMk id="40" creationId="{EA800F33-B4F5-949B-41F6-A9128F2F40E1}"/>
          </ac:cxnSpMkLst>
        </pc:cxnChg>
        <pc:cxnChg chg="add mod">
          <ac:chgData name="Janna Rück" userId="78f973d6694237d2" providerId="LiveId" clId="{21B08C71-9F94-43D4-BACF-603E19A717CD}" dt="2026-04-12T19:45:59.420" v="9235" actId="1076"/>
          <ac:cxnSpMkLst>
            <pc:docMk/>
            <pc:sldMk cId="3775564314" sldId="273"/>
            <ac:cxnSpMk id="51" creationId="{FFF78102-C79D-C911-5319-23FC934542AE}"/>
          </ac:cxnSpMkLst>
        </pc:cxnChg>
      </pc:sldChg>
      <pc:sldChg chg="modSp new mod ord">
        <pc:chgData name="Janna Rück" userId="78f973d6694237d2" providerId="LiveId" clId="{21B08C71-9F94-43D4-BACF-603E19A717CD}" dt="2026-04-10T09:49:13.435" v="7897" actId="20577"/>
        <pc:sldMkLst>
          <pc:docMk/>
          <pc:sldMk cId="2777651094" sldId="274"/>
        </pc:sldMkLst>
        <pc:spChg chg="mod">
          <ac:chgData name="Janna Rück" userId="78f973d6694237d2" providerId="LiveId" clId="{21B08C71-9F94-43D4-BACF-603E19A717CD}" dt="2026-04-09T20:07:34.076" v="4916" actId="20577"/>
          <ac:spMkLst>
            <pc:docMk/>
            <pc:sldMk cId="2777651094" sldId="274"/>
            <ac:spMk id="2" creationId="{BDB9075B-0D71-8AA7-E670-006A0CC6580F}"/>
          </ac:spMkLst>
        </pc:spChg>
        <pc:spChg chg="mod">
          <ac:chgData name="Janna Rück" userId="78f973d6694237d2" providerId="LiveId" clId="{21B08C71-9F94-43D4-BACF-603E19A717CD}" dt="2026-04-10T09:49:13.435" v="7897" actId="20577"/>
          <ac:spMkLst>
            <pc:docMk/>
            <pc:sldMk cId="2777651094" sldId="274"/>
            <ac:spMk id="3" creationId="{B1A568EB-3235-A4F4-7AC2-5EE0AE50752A}"/>
          </ac:spMkLst>
        </pc:spChg>
      </pc:sldChg>
      <pc:sldChg chg="modSp add mod">
        <pc:chgData name="Janna Rück" userId="78f973d6694237d2" providerId="LiveId" clId="{21B08C71-9F94-43D4-BACF-603E19A717CD}" dt="2026-04-10T09:49:41.365" v="7941" actId="20577"/>
        <pc:sldMkLst>
          <pc:docMk/>
          <pc:sldMk cId="3982827862" sldId="276"/>
        </pc:sldMkLst>
        <pc:spChg chg="mod">
          <ac:chgData name="Janna Rück" userId="78f973d6694237d2" providerId="LiveId" clId="{21B08C71-9F94-43D4-BACF-603E19A717CD}" dt="2026-04-09T20:08:19.267" v="4935"/>
          <ac:spMkLst>
            <pc:docMk/>
            <pc:sldMk cId="3982827862" sldId="276"/>
            <ac:spMk id="2" creationId="{D3F883C3-F92E-D8C9-A1BF-EACC88842214}"/>
          </ac:spMkLst>
        </pc:spChg>
        <pc:spChg chg="mod">
          <ac:chgData name="Janna Rück" userId="78f973d6694237d2" providerId="LiveId" clId="{21B08C71-9F94-43D4-BACF-603E19A717CD}" dt="2026-04-10T09:49:41.365" v="7941" actId="20577"/>
          <ac:spMkLst>
            <pc:docMk/>
            <pc:sldMk cId="3982827862" sldId="276"/>
            <ac:spMk id="3" creationId="{2C73F848-9399-D2BB-2041-96FBCDDD49A7}"/>
          </ac:spMkLst>
        </pc:spChg>
      </pc:sldChg>
      <pc:sldChg chg="modSp add del mod">
        <pc:chgData name="Janna Rück" userId="78f973d6694237d2" providerId="LiveId" clId="{21B08C71-9F94-43D4-BACF-603E19A717CD}" dt="2026-04-12T19:27:09.480" v="8237" actId="20577"/>
        <pc:sldMkLst>
          <pc:docMk/>
          <pc:sldMk cId="338883570" sldId="277"/>
        </pc:sldMkLst>
        <pc:spChg chg="mod">
          <ac:chgData name="Janna Rück" userId="78f973d6694237d2" providerId="LiveId" clId="{21B08C71-9F94-43D4-BACF-603E19A717CD}" dt="2026-04-09T20:16:03.452" v="5168"/>
          <ac:spMkLst>
            <pc:docMk/>
            <pc:sldMk cId="338883570" sldId="277"/>
            <ac:spMk id="2" creationId="{2B1F1685-0735-C69A-7D64-F6F6880C64FB}"/>
          </ac:spMkLst>
        </pc:spChg>
        <pc:spChg chg="mod">
          <ac:chgData name="Janna Rück" userId="78f973d6694237d2" providerId="LiveId" clId="{21B08C71-9F94-43D4-BACF-603E19A717CD}" dt="2026-04-12T19:27:09.480" v="8237" actId="20577"/>
          <ac:spMkLst>
            <pc:docMk/>
            <pc:sldMk cId="338883570" sldId="277"/>
            <ac:spMk id="3" creationId="{7DE2B467-BA84-6942-E9DA-EDA117E70BAA}"/>
          </ac:spMkLst>
        </pc:spChg>
      </pc:sldChg>
      <pc:sldChg chg="modSp add mod">
        <pc:chgData name="Janna Rück" userId="78f973d6694237d2" providerId="LiveId" clId="{21B08C71-9F94-43D4-BACF-603E19A717CD}" dt="2026-04-10T09:36:02.432" v="7820" actId="20577"/>
        <pc:sldMkLst>
          <pc:docMk/>
          <pc:sldMk cId="2869046693" sldId="281"/>
        </pc:sldMkLst>
        <pc:spChg chg="mod">
          <ac:chgData name="Janna Rück" userId="78f973d6694237d2" providerId="LiveId" clId="{21B08C71-9F94-43D4-BACF-603E19A717CD}" dt="2026-04-10T09:36:02.432" v="7820" actId="20577"/>
          <ac:spMkLst>
            <pc:docMk/>
            <pc:sldMk cId="2869046693" sldId="281"/>
            <ac:spMk id="3" creationId="{1E455055-0890-8B09-1FAC-4BEBF154E770}"/>
          </ac:spMkLst>
        </pc:spChg>
      </pc:sldChg>
      <pc:sldChg chg="modSp new mod">
        <pc:chgData name="Janna Rück" userId="78f973d6694237d2" providerId="LiveId" clId="{21B08C71-9F94-43D4-BACF-603E19A717CD}" dt="2026-04-10T10:01:46.930" v="7963" actId="20577"/>
        <pc:sldMkLst>
          <pc:docMk/>
          <pc:sldMk cId="3701503971" sldId="282"/>
        </pc:sldMkLst>
        <pc:spChg chg="mod">
          <ac:chgData name="Janna Rück" userId="78f973d6694237d2" providerId="LiveId" clId="{21B08C71-9F94-43D4-BACF-603E19A717CD}" dt="2026-04-09T20:16:27.748" v="5182" actId="20577"/>
          <ac:spMkLst>
            <pc:docMk/>
            <pc:sldMk cId="3701503971" sldId="282"/>
            <ac:spMk id="2" creationId="{0B42017C-D62D-7DC0-5C39-782E8E03DB7B}"/>
          </ac:spMkLst>
        </pc:spChg>
        <pc:spChg chg="mod">
          <ac:chgData name="Janna Rück" userId="78f973d6694237d2" providerId="LiveId" clId="{21B08C71-9F94-43D4-BACF-603E19A717CD}" dt="2026-04-10T10:01:46.930" v="7963" actId="20577"/>
          <ac:spMkLst>
            <pc:docMk/>
            <pc:sldMk cId="3701503971" sldId="282"/>
            <ac:spMk id="3" creationId="{088DE0CB-9B57-0C02-3D79-AD5FC14F8624}"/>
          </ac:spMkLst>
        </pc:spChg>
      </pc:sldChg>
      <pc:sldChg chg="addSp modSp new mod ord">
        <pc:chgData name="Janna Rück" userId="78f973d6694237d2" providerId="LiveId" clId="{21B08C71-9F94-43D4-BACF-603E19A717CD}" dt="2026-04-12T19:29:41.080" v="8402" actId="20577"/>
        <pc:sldMkLst>
          <pc:docMk/>
          <pc:sldMk cId="152826355" sldId="283"/>
        </pc:sldMkLst>
        <pc:spChg chg="mod">
          <ac:chgData name="Janna Rück" userId="78f973d6694237d2" providerId="LiveId" clId="{21B08C71-9F94-43D4-BACF-603E19A717CD}" dt="2026-04-12T19:28:49.365" v="8321" actId="20577"/>
          <ac:spMkLst>
            <pc:docMk/>
            <pc:sldMk cId="152826355" sldId="283"/>
            <ac:spMk id="2" creationId="{C7CF0D6C-2637-EA73-B031-B29E829EA54B}"/>
          </ac:spMkLst>
        </pc:spChg>
        <pc:spChg chg="mod">
          <ac:chgData name="Janna Rück" userId="78f973d6694237d2" providerId="LiveId" clId="{21B08C71-9F94-43D4-BACF-603E19A717CD}" dt="2026-04-12T19:29:41.080" v="8402" actId="20577"/>
          <ac:spMkLst>
            <pc:docMk/>
            <pc:sldMk cId="152826355" sldId="283"/>
            <ac:spMk id="3" creationId="{90D18DE4-2F79-12BF-0B1B-3A461C29D8A3}"/>
          </ac:spMkLst>
        </pc:spChg>
        <pc:spChg chg="add mod">
          <ac:chgData name="Janna Rück" userId="78f973d6694237d2" providerId="LiveId" clId="{21B08C71-9F94-43D4-BACF-603E19A717CD}" dt="2026-04-12T19:23:37.768" v="8105" actId="21"/>
          <ac:spMkLst>
            <pc:docMk/>
            <pc:sldMk cId="152826355" sldId="283"/>
            <ac:spMk id="4" creationId="{A7AA0D30-EF20-65C6-CCB7-70856506F22F}"/>
          </ac:spMkLst>
        </pc:spChg>
      </pc:sldChg>
      <pc:sldChg chg="modSp new mod">
        <pc:chgData name="Janna Rück" userId="78f973d6694237d2" providerId="LiveId" clId="{21B08C71-9F94-43D4-BACF-603E19A717CD}" dt="2026-04-12T19:43:22.772" v="9211" actId="114"/>
        <pc:sldMkLst>
          <pc:docMk/>
          <pc:sldMk cId="3029310423" sldId="284"/>
        </pc:sldMkLst>
        <pc:spChg chg="mod">
          <ac:chgData name="Janna Rück" userId="78f973d6694237d2" providerId="LiveId" clId="{21B08C71-9F94-43D4-BACF-603E19A717CD}" dt="2026-04-09T20:20:10.799" v="5730" actId="20577"/>
          <ac:spMkLst>
            <pc:docMk/>
            <pc:sldMk cId="3029310423" sldId="284"/>
            <ac:spMk id="2" creationId="{53892994-B99E-B1AD-5AFF-ABD796EDD407}"/>
          </ac:spMkLst>
        </pc:spChg>
        <pc:spChg chg="mod">
          <ac:chgData name="Janna Rück" userId="78f973d6694237d2" providerId="LiveId" clId="{21B08C71-9F94-43D4-BACF-603E19A717CD}" dt="2026-04-12T19:43:22.772" v="9211" actId="114"/>
          <ac:spMkLst>
            <pc:docMk/>
            <pc:sldMk cId="3029310423" sldId="284"/>
            <ac:spMk id="3" creationId="{4DC36BBE-E878-40FA-0928-CD33C12D63A8}"/>
          </ac:spMkLst>
        </pc:spChg>
      </pc:sldChg>
      <pc:sldChg chg="modSp new mod ord">
        <pc:chgData name="Janna Rück" userId="78f973d6694237d2" providerId="LiveId" clId="{21B08C71-9F94-43D4-BACF-603E19A717CD}" dt="2026-04-12T20:21:26.773" v="9559" actId="113"/>
        <pc:sldMkLst>
          <pc:docMk/>
          <pc:sldMk cId="1304960482" sldId="285"/>
        </pc:sldMkLst>
        <pc:spChg chg="mod">
          <ac:chgData name="Janna Rück" userId="78f973d6694237d2" providerId="LiveId" clId="{21B08C71-9F94-43D4-BACF-603E19A717CD}" dt="2026-04-12T20:21:26.773" v="9559" actId="113"/>
          <ac:spMkLst>
            <pc:docMk/>
            <pc:sldMk cId="1304960482" sldId="285"/>
            <ac:spMk id="2" creationId="{00287039-1F58-A27C-EA35-5D1DAA0FD5A8}"/>
          </ac:spMkLst>
        </pc:spChg>
        <pc:spChg chg="mod">
          <ac:chgData name="Janna Rück" userId="78f973d6694237d2" providerId="LiveId" clId="{21B08C71-9F94-43D4-BACF-603E19A717CD}" dt="2026-04-12T19:34:04.252" v="8632" actId="27636"/>
          <ac:spMkLst>
            <pc:docMk/>
            <pc:sldMk cId="1304960482" sldId="285"/>
            <ac:spMk id="3" creationId="{D7728AAE-0355-329F-20B5-8825B914CC77}"/>
          </ac:spMkLst>
        </pc:spChg>
      </pc:sldChg>
      <pc:sldChg chg="modSp new mod ord">
        <pc:chgData name="Janna Rück" userId="78f973d6694237d2" providerId="LiveId" clId="{21B08C71-9F94-43D4-BACF-603E19A717CD}" dt="2026-04-12T19:35:57.305" v="8703" actId="20577"/>
        <pc:sldMkLst>
          <pc:docMk/>
          <pc:sldMk cId="3649296726" sldId="286"/>
        </pc:sldMkLst>
        <pc:spChg chg="mod">
          <ac:chgData name="Janna Rück" userId="78f973d6694237d2" providerId="LiveId" clId="{21B08C71-9F94-43D4-BACF-603E19A717CD}" dt="2026-04-09T20:26:41.170" v="6435" actId="20577"/>
          <ac:spMkLst>
            <pc:docMk/>
            <pc:sldMk cId="3649296726" sldId="286"/>
            <ac:spMk id="2" creationId="{A0AAF85E-DFEF-103A-C078-3BDF5C573E7F}"/>
          </ac:spMkLst>
        </pc:spChg>
        <pc:spChg chg="mod">
          <ac:chgData name="Janna Rück" userId="78f973d6694237d2" providerId="LiveId" clId="{21B08C71-9F94-43D4-BACF-603E19A717CD}" dt="2026-04-12T19:35:57.305" v="8703" actId="20577"/>
          <ac:spMkLst>
            <pc:docMk/>
            <pc:sldMk cId="3649296726" sldId="286"/>
            <ac:spMk id="3" creationId="{27656126-94F1-5E09-9DEA-199E39A452A5}"/>
          </ac:spMkLst>
        </pc:spChg>
      </pc:sldChg>
      <pc:sldChg chg="addSp delSp modSp new mod">
        <pc:chgData name="Janna Rück" userId="78f973d6694237d2" providerId="LiveId" clId="{21B08C71-9F94-43D4-BACF-603E19A717CD}" dt="2026-04-12T19:39:11.020" v="9022" actId="478"/>
        <pc:sldMkLst>
          <pc:docMk/>
          <pc:sldMk cId="3791026517" sldId="287"/>
        </pc:sldMkLst>
        <pc:spChg chg="mod">
          <ac:chgData name="Janna Rück" userId="78f973d6694237d2" providerId="LiveId" clId="{21B08C71-9F94-43D4-BACF-603E19A717CD}" dt="2026-04-09T20:29:48.795" v="6503" actId="20577"/>
          <ac:spMkLst>
            <pc:docMk/>
            <pc:sldMk cId="3791026517" sldId="287"/>
            <ac:spMk id="2" creationId="{AEC55058-6092-D747-0F79-972131A0C15E}"/>
          </ac:spMkLst>
        </pc:spChg>
        <pc:spChg chg="mod">
          <ac:chgData name="Janna Rück" userId="78f973d6694237d2" providerId="LiveId" clId="{21B08C71-9F94-43D4-BACF-603E19A717CD}" dt="2026-04-12T19:39:05.223" v="9021" actId="14100"/>
          <ac:spMkLst>
            <pc:docMk/>
            <pc:sldMk cId="3791026517" sldId="287"/>
            <ac:spMk id="3" creationId="{57895132-1F72-7D62-64A9-756ABD111109}"/>
          </ac:spMkLst>
        </pc:spChg>
        <pc:spChg chg="add del">
          <ac:chgData name="Janna Rück" userId="78f973d6694237d2" providerId="LiveId" clId="{21B08C71-9F94-43D4-BACF-603E19A717CD}" dt="2026-04-12T19:39:04.810" v="9019" actId="34122"/>
          <ac:spMkLst>
            <pc:docMk/>
            <pc:sldMk cId="3791026517" sldId="287"/>
            <ac:spMk id="29" creationId="{00BFC3AE-D8A4-4FD3-98E0-185C72CC37D3}"/>
          </ac:spMkLst>
        </pc:spChg>
        <pc:spChg chg="add del">
          <ac:chgData name="Janna Rück" userId="78f973d6694237d2" providerId="LiveId" clId="{21B08C71-9F94-43D4-BACF-603E19A717CD}" dt="2026-04-12T19:39:04.810" v="9019" actId="34122"/>
          <ac:spMkLst>
            <pc:docMk/>
            <pc:sldMk cId="3791026517" sldId="287"/>
            <ac:spMk id="51" creationId="{06BD09F8-3C5A-4FBD-B430-33E9426784DD}"/>
          </ac:spMkLst>
        </pc:spChg>
        <pc:spChg chg="add del">
          <ac:chgData name="Janna Rück" userId="78f973d6694237d2" providerId="LiveId" clId="{21B08C71-9F94-43D4-BACF-603E19A717CD}" dt="2026-04-12T19:39:04.810" v="9019" actId="34122"/>
          <ac:spMkLst>
            <pc:docMk/>
            <pc:sldMk cId="3791026517" sldId="287"/>
            <ac:spMk id="66" creationId="{951B0CE3-F3B9-419B-8DFB-A2512E625D4D}"/>
          </ac:spMkLst>
        </pc:spChg>
        <pc:spChg chg="add del">
          <ac:chgData name="Janna Rück" userId="78f973d6694237d2" providerId="LiveId" clId="{21B08C71-9F94-43D4-BACF-603E19A717CD}" dt="2026-04-12T19:39:04.810" v="9019" actId="34122"/>
          <ac:spMkLst>
            <pc:docMk/>
            <pc:sldMk cId="3791026517" sldId="287"/>
            <ac:spMk id="82" creationId="{3DB613A3-40E2-4A5D-A67A-3C959547DDB0}"/>
          </ac:spMkLst>
        </pc:spChg>
        <pc:grpChg chg="add del mod">
          <ac:chgData name="Janna Rück" userId="78f973d6694237d2" providerId="LiveId" clId="{21B08C71-9F94-43D4-BACF-603E19A717CD}" dt="2026-04-12T19:39:11.020" v="9022" actId="478"/>
          <ac:grpSpMkLst>
            <pc:docMk/>
            <pc:sldMk cId="3791026517" sldId="287"/>
            <ac:grpSpMk id="16" creationId="{B850B6B6-2E4A-507D-2EC3-F4362AE7C56E}"/>
          </ac:grpSpMkLst>
        </pc:grpChg>
        <pc:grpChg chg="add del mod">
          <ac:chgData name="Janna Rück" userId="78f973d6694237d2" providerId="LiveId" clId="{21B08C71-9F94-43D4-BACF-603E19A717CD}" dt="2026-04-12T19:39:11.020" v="9022" actId="478"/>
          <ac:grpSpMkLst>
            <pc:docMk/>
            <pc:sldMk cId="3791026517" sldId="287"/>
            <ac:grpSpMk id="23" creationId="{BFA5234C-D874-3828-02F6-2161D64821ED}"/>
          </ac:grpSpMkLst>
        </pc:grpChg>
        <pc:grpChg chg="add del mod">
          <ac:chgData name="Janna Rück" userId="78f973d6694237d2" providerId="LiveId" clId="{21B08C71-9F94-43D4-BACF-603E19A717CD}" dt="2026-04-12T19:38:35.238" v="9014" actId="478"/>
          <ac:grpSpMkLst>
            <pc:docMk/>
            <pc:sldMk cId="3791026517" sldId="287"/>
            <ac:grpSpMk id="70" creationId="{36A77C7D-F1CD-C507-9194-16FB524C2006}"/>
          </ac:grpSpMkLst>
        </pc:grpChg>
        <pc:grpChg chg="add del mod">
          <ac:chgData name="Janna Rück" userId="78f973d6694237d2" providerId="LiveId" clId="{21B08C71-9F94-43D4-BACF-603E19A717CD}" dt="2026-04-12T19:39:11.020" v="9022" actId="478"/>
          <ac:grpSpMkLst>
            <pc:docMk/>
            <pc:sldMk cId="3791026517" sldId="287"/>
            <ac:grpSpMk id="79" creationId="{B60C0484-07C4-7F9F-CDBE-815E5C2194AE}"/>
          </ac:grpSpMkLst>
        </pc:grpChg>
        <pc:inkChg chg="add">
          <ac:chgData name="Janna Rück" userId="78f973d6694237d2" providerId="LiveId" clId="{21B08C71-9F94-43D4-BACF-603E19A717CD}" dt="2026-04-12T19:39:04.810" v="9019" actId="34122"/>
          <ac:inkMkLst>
            <pc:docMk/>
            <pc:sldMk cId="3791026517" sldId="287"/>
            <ac:inkMk id="4" creationId="{85764C08-E6F0-319D-15CA-7D895B780F22}"/>
          </ac:inkMkLst>
        </pc:inkChg>
        <pc:inkChg chg="topLvl">
          <ac:chgData name="Janna Rück" userId="78f973d6694237d2" providerId="LiveId" clId="{21B08C71-9F94-43D4-BACF-603E19A717CD}" dt="2026-04-12T19:39:03.107" v="9018" actId="34122"/>
          <ac:inkMkLst>
            <pc:docMk/>
            <pc:sldMk cId="3791026517" sldId="287"/>
            <ac:inkMk id="5" creationId="{572CC6A3-71E6-1F9E-B7E8-00D4B510C1FE}"/>
          </ac:inkMkLst>
        </pc:inkChg>
        <pc:inkChg chg="add del">
          <ac:chgData name="Janna Rück" userId="78f973d6694237d2" providerId="LiveId" clId="{21B08C71-9F94-43D4-BACF-603E19A717CD}" dt="2026-04-12T19:39:04.810" v="9019" actId="34122"/>
          <ac:inkMkLst>
            <pc:docMk/>
            <pc:sldMk cId="3791026517" sldId="287"/>
            <ac:inkMk id="7" creationId="{75ED2F06-CE66-4F23-E200-F13F028D1D17}"/>
          </ac:inkMkLst>
        </pc:inkChg>
        <pc:inkChg chg="add del">
          <ac:chgData name="Janna Rück" userId="78f973d6694237d2" providerId="LiveId" clId="{21B08C71-9F94-43D4-BACF-603E19A717CD}" dt="2026-04-12T19:39:04.810" v="9019" actId="34122"/>
          <ac:inkMkLst>
            <pc:docMk/>
            <pc:sldMk cId="3791026517" sldId="287"/>
            <ac:inkMk id="8" creationId="{64AD2455-3739-7D44-6728-EF473917E2C8}"/>
          </ac:inkMkLst>
        </pc:inkChg>
        <pc:inkChg chg="add del">
          <ac:chgData name="Janna Rück" userId="78f973d6694237d2" providerId="LiveId" clId="{21B08C71-9F94-43D4-BACF-603E19A717CD}" dt="2026-04-12T19:39:04.810" v="9019" actId="34122"/>
          <ac:inkMkLst>
            <pc:docMk/>
            <pc:sldMk cId="3791026517" sldId="287"/>
            <ac:inkMk id="10" creationId="{F73BF97C-6209-2FF8-7389-801736A6BF4B}"/>
          </ac:inkMkLst>
        </pc:inkChg>
        <pc:inkChg chg="del mod">
          <ac:chgData name="Janna Rück" userId="78f973d6694237d2" providerId="LiveId" clId="{21B08C71-9F94-43D4-BACF-603E19A717CD}" dt="2026-04-12T19:38:35.238" v="9014" actId="478"/>
          <ac:inkMkLst>
            <pc:docMk/>
            <pc:sldMk cId="3791026517" sldId="287"/>
            <ac:inkMk id="11" creationId="{E9B3611A-4D51-6E01-ADD2-B0F249223F00}"/>
          </ac:inkMkLst>
        </pc:inkChg>
        <pc:inkChg chg="add del mod">
          <ac:chgData name="Janna Rück" userId="78f973d6694237d2" providerId="LiveId" clId="{21B08C71-9F94-43D4-BACF-603E19A717CD}" dt="2026-04-12T19:38:35.238" v="9014" actId="478"/>
          <ac:inkMkLst>
            <pc:docMk/>
            <pc:sldMk cId="3791026517" sldId="287"/>
            <ac:inkMk id="13" creationId="{B9F49B5F-9C8E-0FA5-ED9A-C1B65A112E04}"/>
          </ac:inkMkLst>
        </pc:inkChg>
        <pc:inkChg chg="add del">
          <ac:chgData name="Janna Rück" userId="78f973d6694237d2" providerId="LiveId" clId="{21B08C71-9F94-43D4-BACF-603E19A717CD}" dt="2026-04-12T19:39:04.810" v="9019" actId="34122"/>
          <ac:inkMkLst>
            <pc:docMk/>
            <pc:sldMk cId="3791026517" sldId="287"/>
            <ac:inkMk id="14" creationId="{B35AA691-943C-FE67-77BD-3E23CE8C8C4A}"/>
          </ac:inkMkLst>
        </pc:inkChg>
        <pc:inkChg chg="del">
          <ac:chgData name="Janna Rück" userId="78f973d6694237d2" providerId="LiveId" clId="{21B08C71-9F94-43D4-BACF-603E19A717CD}" dt="2026-04-12T19:38:35.238" v="9014" actId="478"/>
          <ac:inkMkLst>
            <pc:docMk/>
            <pc:sldMk cId="3791026517" sldId="287"/>
            <ac:inkMk id="15" creationId="{56D30F39-C92C-2658-9BB3-6695BEAEF6FC}"/>
          </ac:inkMkLst>
        </pc:inkChg>
        <pc:inkChg chg="mod">
          <ac:chgData name="Janna Rück" userId="78f973d6694237d2" providerId="LiveId" clId="{21B08C71-9F94-43D4-BACF-603E19A717CD}" dt="2026-04-12T19:38:21.832" v="9012"/>
          <ac:inkMkLst>
            <pc:docMk/>
            <pc:sldMk cId="3791026517" sldId="287"/>
            <ac:inkMk id="17" creationId="{8CBBB9E5-8094-4F32-FA2F-0DF3A3147C5D}"/>
          </ac:inkMkLst>
        </pc:inkChg>
        <pc:inkChg chg="del mod">
          <ac:chgData name="Janna Rück" userId="78f973d6694237d2" providerId="LiveId" clId="{21B08C71-9F94-43D4-BACF-603E19A717CD}" dt="2026-04-12T19:39:11.020" v="9022" actId="478"/>
          <ac:inkMkLst>
            <pc:docMk/>
            <pc:sldMk cId="3791026517" sldId="287"/>
            <ac:inkMk id="41" creationId="{ED3E4884-7021-6EE3-CDCA-5F25D60D0B1E}"/>
          </ac:inkMkLst>
        </pc:inkChg>
        <pc:inkChg chg="del">
          <ac:chgData name="Janna Rück" userId="78f973d6694237d2" providerId="LiveId" clId="{21B08C71-9F94-43D4-BACF-603E19A717CD}" dt="2026-04-12T19:39:11.020" v="9022" actId="478"/>
          <ac:inkMkLst>
            <pc:docMk/>
            <pc:sldMk cId="3791026517" sldId="287"/>
            <ac:inkMk id="43" creationId="{44951BA3-1A75-CA77-5E13-F7E37438BC35}"/>
          </ac:inkMkLst>
        </pc:inkChg>
        <pc:inkChg chg="del mod">
          <ac:chgData name="Janna Rück" userId="78f973d6694237d2" providerId="LiveId" clId="{21B08C71-9F94-43D4-BACF-603E19A717CD}" dt="2026-04-12T19:39:11.020" v="9022" actId="478"/>
          <ac:inkMkLst>
            <pc:docMk/>
            <pc:sldMk cId="3791026517" sldId="287"/>
            <ac:inkMk id="44" creationId="{E5198818-130C-05B1-DB25-AC3B4075EA4E}"/>
          </ac:inkMkLst>
        </pc:inkChg>
        <pc:inkChg chg="mod">
          <ac:chgData name="Janna Rück" userId="78f973d6694237d2" providerId="LiveId" clId="{21B08C71-9F94-43D4-BACF-603E19A717CD}" dt="2026-04-12T19:38:25.978" v="9013" actId="1076"/>
          <ac:inkMkLst>
            <pc:docMk/>
            <pc:sldMk cId="3791026517" sldId="287"/>
            <ac:inkMk id="45" creationId="{7BD2DB40-89CE-AC51-4224-1733A7004EAB}"/>
          </ac:inkMkLst>
        </pc:inkChg>
        <pc:inkChg chg="add del mod">
          <ac:chgData name="Janna Rück" userId="78f973d6694237d2" providerId="LiveId" clId="{21B08C71-9F94-43D4-BACF-603E19A717CD}" dt="2026-04-12T19:39:11.020" v="9022" actId="478"/>
          <ac:inkMkLst>
            <pc:docMk/>
            <pc:sldMk cId="3791026517" sldId="287"/>
            <ac:inkMk id="54" creationId="{37EED746-1A40-4DE9-FB25-B8527100F216}"/>
          </ac:inkMkLst>
        </pc:inkChg>
        <pc:inkChg chg="del">
          <ac:chgData name="Janna Rück" userId="78f973d6694237d2" providerId="LiveId" clId="{21B08C71-9F94-43D4-BACF-603E19A717CD}" dt="2026-04-12T19:39:11.020" v="9022" actId="478"/>
          <ac:inkMkLst>
            <pc:docMk/>
            <pc:sldMk cId="3791026517" sldId="287"/>
            <ac:inkMk id="55" creationId="{91685776-A3B2-D0E5-06A9-56FCA28041E3}"/>
          </ac:inkMkLst>
        </pc:inkChg>
        <pc:inkChg chg="mod">
          <ac:chgData name="Janna Rück" userId="78f973d6694237d2" providerId="LiveId" clId="{21B08C71-9F94-43D4-BACF-603E19A717CD}" dt="2026-04-12T19:38:21.832" v="9012"/>
          <ac:inkMkLst>
            <pc:docMk/>
            <pc:sldMk cId="3791026517" sldId="287"/>
            <ac:inkMk id="57" creationId="{B4D06372-401C-A83F-406B-783DF12293F6}"/>
          </ac:inkMkLst>
        </pc:inkChg>
        <pc:inkChg chg="mod">
          <ac:chgData name="Janna Rück" userId="78f973d6694237d2" providerId="LiveId" clId="{21B08C71-9F94-43D4-BACF-603E19A717CD}" dt="2026-04-12T19:38:21.832" v="9012"/>
          <ac:inkMkLst>
            <pc:docMk/>
            <pc:sldMk cId="3791026517" sldId="287"/>
            <ac:inkMk id="64" creationId="{83A42EAE-96B8-3EC6-17DE-040C13540538}"/>
          </ac:inkMkLst>
        </pc:inkChg>
        <pc:inkChg chg="mod">
          <ac:chgData name="Janna Rück" userId="78f973d6694237d2" providerId="LiveId" clId="{21B08C71-9F94-43D4-BACF-603E19A717CD}" dt="2026-04-12T19:38:21.832" v="9012"/>
          <ac:inkMkLst>
            <pc:docMk/>
            <pc:sldMk cId="3791026517" sldId="287"/>
            <ac:inkMk id="66" creationId="{DFEF967C-9A2E-0C1D-9C3D-764EAD318FC2}"/>
          </ac:inkMkLst>
        </pc:inkChg>
        <pc:inkChg chg="mod">
          <ac:chgData name="Janna Rück" userId="78f973d6694237d2" providerId="LiveId" clId="{21B08C71-9F94-43D4-BACF-603E19A717CD}" dt="2026-04-12T19:38:25.978" v="9013" actId="1076"/>
          <ac:inkMkLst>
            <pc:docMk/>
            <pc:sldMk cId="3791026517" sldId="287"/>
            <ac:inkMk id="72" creationId="{4129B244-23D3-FBCC-E40D-49802001F08A}"/>
          </ac:inkMkLst>
        </pc:inkChg>
        <pc:inkChg chg="del">
          <ac:chgData name="Janna Rück" userId="78f973d6694237d2" providerId="LiveId" clId="{21B08C71-9F94-43D4-BACF-603E19A717CD}" dt="2026-04-12T19:39:11.020" v="9022" actId="478"/>
          <ac:inkMkLst>
            <pc:docMk/>
            <pc:sldMk cId="3791026517" sldId="287"/>
            <ac:inkMk id="74" creationId="{124C46B1-0B09-1775-245A-25CB3359D102}"/>
          </ac:inkMkLst>
        </pc:inkChg>
        <pc:inkChg chg="del">
          <ac:chgData name="Janna Rück" userId="78f973d6694237d2" providerId="LiveId" clId="{21B08C71-9F94-43D4-BACF-603E19A717CD}" dt="2026-04-12T19:39:11.020" v="9022" actId="478"/>
          <ac:inkMkLst>
            <pc:docMk/>
            <pc:sldMk cId="3791026517" sldId="287"/>
            <ac:inkMk id="75" creationId="{87632720-CA59-C3BB-3631-8BFCE6135BE1}"/>
          </ac:inkMkLst>
        </pc:inkChg>
      </pc:sldChg>
      <pc:sldChg chg="modSp new mod">
        <pc:chgData name="Janna Rück" userId="78f973d6694237d2" providerId="LiveId" clId="{21B08C71-9F94-43D4-BACF-603E19A717CD}" dt="2026-04-12T20:21:21.931" v="9558" actId="113"/>
        <pc:sldMkLst>
          <pc:docMk/>
          <pc:sldMk cId="3197795084" sldId="288"/>
        </pc:sldMkLst>
        <pc:spChg chg="mod">
          <ac:chgData name="Janna Rück" userId="78f973d6694237d2" providerId="LiveId" clId="{21B08C71-9F94-43D4-BACF-603E19A717CD}" dt="2026-04-12T20:21:21.931" v="9558" actId="113"/>
          <ac:spMkLst>
            <pc:docMk/>
            <pc:sldMk cId="3197795084" sldId="288"/>
            <ac:spMk id="2" creationId="{B7339225-398E-9679-0F68-652754CDB4AF}"/>
          </ac:spMkLst>
        </pc:spChg>
        <pc:spChg chg="mod">
          <ac:chgData name="Janna Rück" userId="78f973d6694237d2" providerId="LiveId" clId="{21B08C71-9F94-43D4-BACF-603E19A717CD}" dt="2026-04-12T19:32:48.077" v="8569" actId="113"/>
          <ac:spMkLst>
            <pc:docMk/>
            <pc:sldMk cId="3197795084" sldId="288"/>
            <ac:spMk id="3" creationId="{18945A0B-C80D-B549-B87E-F7C88584AD91}"/>
          </ac:spMkLst>
        </pc:spChg>
      </pc:sldChg>
      <pc:sldChg chg="modSp new mod ord">
        <pc:chgData name="Janna Rück" userId="78f973d6694237d2" providerId="LiveId" clId="{21B08C71-9F94-43D4-BACF-603E19A717CD}" dt="2026-04-12T19:28:59.627" v="8326"/>
        <pc:sldMkLst>
          <pc:docMk/>
          <pc:sldMk cId="2359551624" sldId="289"/>
        </pc:sldMkLst>
        <pc:spChg chg="mod">
          <ac:chgData name="Janna Rück" userId="78f973d6694237d2" providerId="LiveId" clId="{21B08C71-9F94-43D4-BACF-603E19A717CD}" dt="2026-04-09T20:38:37.425" v="6875" actId="20577"/>
          <ac:spMkLst>
            <pc:docMk/>
            <pc:sldMk cId="2359551624" sldId="289"/>
            <ac:spMk id="2" creationId="{79963510-7A97-96EB-5814-32ED6E1119C8}"/>
          </ac:spMkLst>
        </pc:spChg>
        <pc:spChg chg="mod">
          <ac:chgData name="Janna Rück" userId="78f973d6694237d2" providerId="LiveId" clId="{21B08C71-9F94-43D4-BACF-603E19A717CD}" dt="2026-04-09T20:41:25.176" v="7265" actId="20577"/>
          <ac:spMkLst>
            <pc:docMk/>
            <pc:sldMk cId="2359551624" sldId="289"/>
            <ac:spMk id="3" creationId="{6834FF9D-36CF-8F18-EAC1-AB032EE8C497}"/>
          </ac:spMkLst>
        </pc:spChg>
      </pc:sldChg>
      <pc:sldChg chg="modSp new mod">
        <pc:chgData name="Janna Rück" userId="78f973d6694237d2" providerId="LiveId" clId="{21B08C71-9F94-43D4-BACF-603E19A717CD}" dt="2026-04-09T20:47:46.436" v="7619" actId="20577"/>
        <pc:sldMkLst>
          <pc:docMk/>
          <pc:sldMk cId="1344648534" sldId="290"/>
        </pc:sldMkLst>
        <pc:spChg chg="mod">
          <ac:chgData name="Janna Rück" userId="78f973d6694237d2" providerId="LiveId" clId="{21B08C71-9F94-43D4-BACF-603E19A717CD}" dt="2026-04-09T20:42:11.234" v="7269"/>
          <ac:spMkLst>
            <pc:docMk/>
            <pc:sldMk cId="1344648534" sldId="290"/>
            <ac:spMk id="2" creationId="{EDCE81C5-8B04-ED38-2A2A-6B308230FE74}"/>
          </ac:spMkLst>
        </pc:spChg>
        <pc:spChg chg="mod">
          <ac:chgData name="Janna Rück" userId="78f973d6694237d2" providerId="LiveId" clId="{21B08C71-9F94-43D4-BACF-603E19A717CD}" dt="2026-04-09T20:47:46.436" v="7619" actId="20577"/>
          <ac:spMkLst>
            <pc:docMk/>
            <pc:sldMk cId="1344648534" sldId="290"/>
            <ac:spMk id="3" creationId="{22F60D9F-BF93-4C98-8CF9-9D02BE5D1943}"/>
          </ac:spMkLst>
        </pc:spChg>
      </pc:sldChg>
      <pc:sldChg chg="modSp new mod">
        <pc:chgData name="Janna Rück" userId="78f973d6694237d2" providerId="LiveId" clId="{21B08C71-9F94-43D4-BACF-603E19A717CD}" dt="2026-04-09T20:42:58.482" v="7284" actId="5793"/>
        <pc:sldMkLst>
          <pc:docMk/>
          <pc:sldMk cId="1765069334" sldId="291"/>
        </pc:sldMkLst>
        <pc:spChg chg="mod">
          <ac:chgData name="Janna Rück" userId="78f973d6694237d2" providerId="LiveId" clId="{21B08C71-9F94-43D4-BACF-603E19A717CD}" dt="2026-04-09T20:42:42.469" v="7278" actId="20577"/>
          <ac:spMkLst>
            <pc:docMk/>
            <pc:sldMk cId="1765069334" sldId="291"/>
            <ac:spMk id="2" creationId="{76C57B2E-725C-50FA-6777-A8739CAB11F3}"/>
          </ac:spMkLst>
        </pc:spChg>
        <pc:spChg chg="mod">
          <ac:chgData name="Janna Rück" userId="78f973d6694237d2" providerId="LiveId" clId="{21B08C71-9F94-43D4-BACF-603E19A717CD}" dt="2026-04-09T20:42:58.482" v="7284" actId="5793"/>
          <ac:spMkLst>
            <pc:docMk/>
            <pc:sldMk cId="1765069334" sldId="291"/>
            <ac:spMk id="3" creationId="{1B2E2600-D010-70D5-3C2B-DF597D0522C5}"/>
          </ac:spMkLst>
        </pc:spChg>
      </pc:sldChg>
      <pc:sldChg chg="modSp new mod">
        <pc:chgData name="Janna Rück" userId="78f973d6694237d2" providerId="LiveId" clId="{21B08C71-9F94-43D4-BACF-603E19A717CD}" dt="2026-04-09T20:46:42.311" v="7530" actId="20577"/>
        <pc:sldMkLst>
          <pc:docMk/>
          <pc:sldMk cId="3388208143" sldId="292"/>
        </pc:sldMkLst>
        <pc:spChg chg="mod">
          <ac:chgData name="Janna Rück" userId="78f973d6694237d2" providerId="LiveId" clId="{21B08C71-9F94-43D4-BACF-603E19A717CD}" dt="2026-04-09T20:46:29.164" v="7518" actId="20577"/>
          <ac:spMkLst>
            <pc:docMk/>
            <pc:sldMk cId="3388208143" sldId="292"/>
            <ac:spMk id="2" creationId="{61A98ACA-EBD8-B46F-E571-E1FAE8664A27}"/>
          </ac:spMkLst>
        </pc:spChg>
        <pc:spChg chg="mod">
          <ac:chgData name="Janna Rück" userId="78f973d6694237d2" providerId="LiveId" clId="{21B08C71-9F94-43D4-BACF-603E19A717CD}" dt="2026-04-09T20:46:42.311" v="7530" actId="20577"/>
          <ac:spMkLst>
            <pc:docMk/>
            <pc:sldMk cId="3388208143" sldId="292"/>
            <ac:spMk id="3" creationId="{E5F53535-6D2B-4D1A-19CF-86514644EA1D}"/>
          </ac:spMkLst>
        </pc:spChg>
      </pc:sldChg>
      <pc:sldChg chg="modSp add mod ord">
        <pc:chgData name="Janna Rück" userId="78f973d6694237d2" providerId="LiveId" clId="{21B08C71-9F94-43D4-BACF-603E19A717CD}" dt="2026-04-12T19:28:45.633" v="8320"/>
        <pc:sldMkLst>
          <pc:docMk/>
          <pc:sldMk cId="670329460" sldId="293"/>
        </pc:sldMkLst>
        <pc:spChg chg="mod">
          <ac:chgData name="Janna Rück" userId="78f973d6694237d2" providerId="LiveId" clId="{21B08C71-9F94-43D4-BACF-603E19A717CD}" dt="2026-04-12T19:27:50.633" v="8241" actId="20577"/>
          <ac:spMkLst>
            <pc:docMk/>
            <pc:sldMk cId="670329460" sldId="293"/>
            <ac:spMk id="2" creationId="{AADA3C67-E6B3-6B44-9DC4-D23AEF05885D}"/>
          </ac:spMkLst>
        </pc:spChg>
        <pc:spChg chg="mod">
          <ac:chgData name="Janna Rück" userId="78f973d6694237d2" providerId="LiveId" clId="{21B08C71-9F94-43D4-BACF-603E19A717CD}" dt="2026-04-12T19:28:38.757" v="8318" actId="20577"/>
          <ac:spMkLst>
            <pc:docMk/>
            <pc:sldMk cId="670329460" sldId="293"/>
            <ac:spMk id="3" creationId="{922AFBC2-4A1F-4DD1-D30E-6B524BDE5F0D}"/>
          </ac:spMkLst>
        </pc:spChg>
      </pc:sldChg>
      <pc:sldChg chg="addSp delSp modSp new mod">
        <pc:chgData name="Janna Rück" userId="78f973d6694237d2" providerId="LiveId" clId="{21B08C71-9F94-43D4-BACF-603E19A717CD}" dt="2026-04-12T20:08:48.214" v="9469" actId="113"/>
        <pc:sldMkLst>
          <pc:docMk/>
          <pc:sldMk cId="3314161258" sldId="294"/>
        </pc:sldMkLst>
        <pc:spChg chg="mod">
          <ac:chgData name="Janna Rück" userId="78f973d6694237d2" providerId="LiveId" clId="{21B08C71-9F94-43D4-BACF-603E19A717CD}" dt="2026-04-12T20:08:48.214" v="9469" actId="113"/>
          <ac:spMkLst>
            <pc:docMk/>
            <pc:sldMk cId="3314161258" sldId="294"/>
            <ac:spMk id="2" creationId="{A42E4846-7BCE-DC97-3106-46887D7CAE4E}"/>
          </ac:spMkLst>
        </pc:spChg>
        <pc:spChg chg="del">
          <ac:chgData name="Janna Rück" userId="78f973d6694237d2" providerId="LiveId" clId="{21B08C71-9F94-43D4-BACF-603E19A717CD}" dt="2026-04-12T19:39:59.390" v="9024" actId="478"/>
          <ac:spMkLst>
            <pc:docMk/>
            <pc:sldMk cId="3314161258" sldId="294"/>
            <ac:spMk id="3" creationId="{13E7C89C-44D1-5DF5-FA49-090BEFDACB83}"/>
          </ac:spMkLst>
        </pc:spChg>
        <pc:spChg chg="add mod">
          <ac:chgData name="Janna Rück" userId="78f973d6694237d2" providerId="LiveId" clId="{21B08C71-9F94-43D4-BACF-603E19A717CD}" dt="2026-04-12T19:41:41.095" v="9086" actId="1076"/>
          <ac:spMkLst>
            <pc:docMk/>
            <pc:sldMk cId="3314161258" sldId="294"/>
            <ac:spMk id="7" creationId="{8014A1F1-836C-B1ED-D369-278195F61B9C}"/>
          </ac:spMkLst>
        </pc:spChg>
        <pc:spChg chg="add mod">
          <ac:chgData name="Janna Rück" userId="78f973d6694237d2" providerId="LiveId" clId="{21B08C71-9F94-43D4-BACF-603E19A717CD}" dt="2026-04-12T19:41:17.233" v="9074" actId="14100"/>
          <ac:spMkLst>
            <pc:docMk/>
            <pc:sldMk cId="3314161258" sldId="294"/>
            <ac:spMk id="8" creationId="{8279E1F3-6BC8-4D4E-A6A6-CAD465A17317}"/>
          </ac:spMkLst>
        </pc:spChg>
        <pc:spChg chg="add mod">
          <ac:chgData name="Janna Rück" userId="78f973d6694237d2" providerId="LiveId" clId="{21B08C71-9F94-43D4-BACF-603E19A717CD}" dt="2026-04-12T19:42:55.377" v="9209" actId="1076"/>
          <ac:spMkLst>
            <pc:docMk/>
            <pc:sldMk cId="3314161258" sldId="294"/>
            <ac:spMk id="9" creationId="{EA7EBB17-5085-5C69-579E-DF1B92959471}"/>
          </ac:spMkLst>
        </pc:spChg>
        <pc:picChg chg="add mod">
          <ac:chgData name="Janna Rück" userId="78f973d6694237d2" providerId="LiveId" clId="{21B08C71-9F94-43D4-BACF-603E19A717CD}" dt="2026-04-12T19:40:06.589" v="9027" actId="1076"/>
          <ac:picMkLst>
            <pc:docMk/>
            <pc:sldMk cId="3314161258" sldId="294"/>
            <ac:picMk id="2050" creationId="{FD28AC96-A335-3A83-D674-1E0E3FACE7B0}"/>
          </ac:picMkLst>
        </pc:picChg>
        <pc:inkChg chg="add del">
          <ac:chgData name="Janna Rück" userId="78f973d6694237d2" providerId="LiveId" clId="{21B08C71-9F94-43D4-BACF-603E19A717CD}" dt="2026-04-12T19:40:39.898" v="9069" actId="9405"/>
          <ac:inkMkLst>
            <pc:docMk/>
            <pc:sldMk cId="3314161258" sldId="294"/>
            <ac:inkMk id="4" creationId="{1DD9B18A-2545-69B4-397E-165142732656}"/>
          </ac:inkMkLst>
        </pc:inkChg>
        <pc:inkChg chg="add del">
          <ac:chgData name="Janna Rück" userId="78f973d6694237d2" providerId="LiveId" clId="{21B08C71-9F94-43D4-BACF-603E19A717CD}" dt="2026-04-12T19:40:57.648" v="9071" actId="34122"/>
          <ac:inkMkLst>
            <pc:docMk/>
            <pc:sldMk cId="3314161258" sldId="294"/>
            <ac:inkMk id="5" creationId="{46B3650C-C411-4A19-BED3-66959559231E}"/>
          </ac:inkMkLst>
        </pc:inkChg>
      </pc:sldChg>
      <pc:sldChg chg="addSp delSp modSp new mod ord">
        <pc:chgData name="Janna Rück" userId="78f973d6694237d2" providerId="LiveId" clId="{21B08C71-9F94-43D4-BACF-603E19A717CD}" dt="2026-04-12T19:55:42.304" v="9401" actId="1076"/>
        <pc:sldMkLst>
          <pc:docMk/>
          <pc:sldMk cId="1242524937" sldId="295"/>
        </pc:sldMkLst>
        <pc:spChg chg="mod">
          <ac:chgData name="Janna Rück" userId="78f973d6694237d2" providerId="LiveId" clId="{21B08C71-9F94-43D4-BACF-603E19A717CD}" dt="2026-04-12T19:49:34.401" v="9268"/>
          <ac:spMkLst>
            <pc:docMk/>
            <pc:sldMk cId="1242524937" sldId="295"/>
            <ac:spMk id="2" creationId="{203A9D64-2E48-720A-46AD-3D9EA4C27BC9}"/>
          </ac:spMkLst>
        </pc:spChg>
        <pc:spChg chg="del">
          <ac:chgData name="Janna Rück" userId="78f973d6694237d2" providerId="LiveId" clId="{21B08C71-9F94-43D4-BACF-603E19A717CD}" dt="2026-04-12T19:49:36.970" v="9269" actId="478"/>
          <ac:spMkLst>
            <pc:docMk/>
            <pc:sldMk cId="1242524937" sldId="295"/>
            <ac:spMk id="3" creationId="{74521959-08E5-2EEE-CED4-F9DC5763EB3C}"/>
          </ac:spMkLst>
        </pc:spChg>
        <pc:picChg chg="add del mod">
          <ac:chgData name="Janna Rück" userId="78f973d6694237d2" providerId="LiveId" clId="{21B08C71-9F94-43D4-BACF-603E19A717CD}" dt="2026-04-12T19:50:44.252" v="9278" actId="478"/>
          <ac:picMkLst>
            <pc:docMk/>
            <pc:sldMk cId="1242524937" sldId="295"/>
            <ac:picMk id="4" creationId="{32FA5E6B-CFF0-8469-4F3F-9EB4B9194108}"/>
          </ac:picMkLst>
        </pc:picChg>
        <pc:picChg chg="add mod">
          <ac:chgData name="Janna Rück" userId="78f973d6694237d2" providerId="LiveId" clId="{21B08C71-9F94-43D4-BACF-603E19A717CD}" dt="2026-04-12T19:55:42.304" v="9401" actId="1076"/>
          <ac:picMkLst>
            <pc:docMk/>
            <pc:sldMk cId="1242524937" sldId="295"/>
            <ac:picMk id="5122" creationId="{203AA4DE-B5B5-2ED4-0072-C0AA5F787BD7}"/>
          </ac:picMkLst>
        </pc:picChg>
      </pc:sldChg>
      <pc:sldChg chg="addSp delSp modSp new mod">
        <pc:chgData name="Janna Rück" userId="78f973d6694237d2" providerId="LiveId" clId="{21B08C71-9F94-43D4-BACF-603E19A717CD}" dt="2026-04-13T06:17:55.229" v="9740" actId="478"/>
        <pc:sldMkLst>
          <pc:docMk/>
          <pc:sldMk cId="3620035182" sldId="296"/>
        </pc:sldMkLst>
        <pc:spChg chg="mod">
          <ac:chgData name="Janna Rück" userId="78f973d6694237d2" providerId="LiveId" clId="{21B08C71-9F94-43D4-BACF-603E19A717CD}" dt="2026-04-12T20:08:43.350" v="9468" actId="113"/>
          <ac:spMkLst>
            <pc:docMk/>
            <pc:sldMk cId="3620035182" sldId="296"/>
            <ac:spMk id="2" creationId="{24031279-349D-6510-D1CD-2943D01C6474}"/>
          </ac:spMkLst>
        </pc:spChg>
        <pc:spChg chg="del">
          <ac:chgData name="Janna Rück" userId="78f973d6694237d2" providerId="LiveId" clId="{21B08C71-9F94-43D4-BACF-603E19A717CD}" dt="2026-04-13T06:17:55.229" v="9740" actId="478"/>
          <ac:spMkLst>
            <pc:docMk/>
            <pc:sldMk cId="3620035182" sldId="296"/>
            <ac:spMk id="3" creationId="{8AD0F7C8-C9BA-8C46-81B4-41841227D999}"/>
          </ac:spMkLst>
        </pc:spChg>
        <pc:picChg chg="add mod">
          <ac:chgData name="Janna Rück" userId="78f973d6694237d2" providerId="LiveId" clId="{21B08C71-9F94-43D4-BACF-603E19A717CD}" dt="2026-04-12T19:51:32.691" v="9281" actId="1076"/>
          <ac:picMkLst>
            <pc:docMk/>
            <pc:sldMk cId="3620035182" sldId="296"/>
            <ac:picMk id="4098" creationId="{35EE393F-1ECE-2E4E-ED93-DB44C1BBA1AC}"/>
          </ac:picMkLst>
        </pc:picChg>
      </pc:sldChg>
      <pc:sldChg chg="addSp delSp modSp new mod">
        <pc:chgData name="Janna Rück" userId="78f973d6694237d2" providerId="LiveId" clId="{21B08C71-9F94-43D4-BACF-603E19A717CD}" dt="2026-04-12T19:58:18.369" v="9461" actId="20577"/>
        <pc:sldMkLst>
          <pc:docMk/>
          <pc:sldMk cId="841514111" sldId="297"/>
        </pc:sldMkLst>
        <pc:spChg chg="mod">
          <ac:chgData name="Janna Rück" userId="78f973d6694237d2" providerId="LiveId" clId="{21B08C71-9F94-43D4-BACF-603E19A717CD}" dt="2026-04-12T19:58:18.369" v="9461" actId="20577"/>
          <ac:spMkLst>
            <pc:docMk/>
            <pc:sldMk cId="841514111" sldId="297"/>
            <ac:spMk id="2" creationId="{34F173F1-BBBC-2F05-6A66-89B7D75FAC36}"/>
          </ac:spMkLst>
        </pc:spChg>
        <pc:spChg chg="del">
          <ac:chgData name="Janna Rück" userId="78f973d6694237d2" providerId="LiveId" clId="{21B08C71-9F94-43D4-BACF-603E19A717CD}" dt="2026-04-12T19:58:11.172" v="9448" actId="478"/>
          <ac:spMkLst>
            <pc:docMk/>
            <pc:sldMk cId="841514111" sldId="297"/>
            <ac:spMk id="3" creationId="{8762D1A3-D5FB-213B-B47B-4B21D4BFC66B}"/>
          </ac:spMkLst>
        </pc:spChg>
        <pc:picChg chg="add mod">
          <ac:chgData name="Janna Rück" userId="78f973d6694237d2" providerId="LiveId" clId="{21B08C71-9F94-43D4-BACF-603E19A717CD}" dt="2026-04-12T19:58:15.637" v="9451" actId="1076"/>
          <ac:picMkLst>
            <pc:docMk/>
            <pc:sldMk cId="841514111" sldId="297"/>
            <ac:picMk id="6146" creationId="{0128B4B9-7CD3-0C2F-5F85-EEBA4962AA8F}"/>
          </ac:picMkLst>
        </pc:picChg>
      </pc:sldChg>
      <pc:sldChg chg="addSp delSp modSp add mod">
        <pc:chgData name="Janna Rück" userId="78f973d6694237d2" providerId="LiveId" clId="{21B08C71-9F94-43D4-BACF-603E19A717CD}" dt="2026-04-12T19:59:18.182" v="9467" actId="1076"/>
        <pc:sldMkLst>
          <pc:docMk/>
          <pc:sldMk cId="3786210572" sldId="298"/>
        </pc:sldMkLst>
        <pc:spChg chg="add">
          <ac:chgData name="Janna Rück" userId="78f973d6694237d2" providerId="LiveId" clId="{21B08C71-9F94-43D4-BACF-603E19A717CD}" dt="2026-04-12T19:59:09.759" v="9464"/>
          <ac:spMkLst>
            <pc:docMk/>
            <pc:sldMk cId="3786210572" sldId="298"/>
            <ac:spMk id="3" creationId="{6D8741E9-22E4-AEF5-D76B-D6A629664BD7}"/>
          </ac:spMkLst>
        </pc:spChg>
        <pc:picChg chg="add mod">
          <ac:chgData name="Janna Rück" userId="78f973d6694237d2" providerId="LiveId" clId="{21B08C71-9F94-43D4-BACF-603E19A717CD}" dt="2026-04-12T19:59:18.182" v="9467" actId="1076"/>
          <ac:picMkLst>
            <pc:docMk/>
            <pc:sldMk cId="3786210572" sldId="298"/>
            <ac:picMk id="5" creationId="{F6216E9A-4CD5-7F46-B92C-F991C79089C8}"/>
          </ac:picMkLst>
        </pc:picChg>
        <pc:picChg chg="del">
          <ac:chgData name="Janna Rück" userId="78f973d6694237d2" providerId="LiveId" clId="{21B08C71-9F94-43D4-BACF-603E19A717CD}" dt="2026-04-12T19:59:08.109" v="9463" actId="478"/>
          <ac:picMkLst>
            <pc:docMk/>
            <pc:sldMk cId="3786210572" sldId="298"/>
            <ac:picMk id="6146" creationId="{D5953CB4-E5A0-8DC3-6893-689F75AC9389}"/>
          </ac:picMkLst>
        </pc:picChg>
      </pc:sldChg>
      <pc:sldChg chg="modSp new mod">
        <pc:chgData name="Janna Rück" userId="78f973d6694237d2" providerId="LiveId" clId="{21B08C71-9F94-43D4-BACF-603E19A717CD}" dt="2026-04-12T20:24:18.793" v="9739" actId="20577"/>
        <pc:sldMkLst>
          <pc:docMk/>
          <pc:sldMk cId="189108618" sldId="299"/>
        </pc:sldMkLst>
        <pc:spChg chg="mod">
          <ac:chgData name="Janna Rück" userId="78f973d6694237d2" providerId="LiveId" clId="{21B08C71-9F94-43D4-BACF-603E19A717CD}" dt="2026-04-12T20:09:31.045" v="9533" actId="20577"/>
          <ac:spMkLst>
            <pc:docMk/>
            <pc:sldMk cId="189108618" sldId="299"/>
            <ac:spMk id="2" creationId="{DC8C6B44-4C9C-06E7-98A4-1DA39CDF272B}"/>
          </ac:spMkLst>
        </pc:spChg>
        <pc:spChg chg="mod">
          <ac:chgData name="Janna Rück" userId="78f973d6694237d2" providerId="LiveId" clId="{21B08C71-9F94-43D4-BACF-603E19A717CD}" dt="2026-04-12T20:24:18.793" v="9739" actId="20577"/>
          <ac:spMkLst>
            <pc:docMk/>
            <pc:sldMk cId="189108618" sldId="299"/>
            <ac:spMk id="3" creationId="{DDDA11DE-124A-8790-CB54-9023574BDC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58019-8AF5-4483-9383-B154A72CC681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277FF-003B-45DC-A2EF-0A77BC1B2D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33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75B67E-B84A-F4B1-9D8B-0891AF75C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C9B7A7-D622-9666-5E9E-3BC83CE7C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08D1D9-5680-74A9-6D50-E7F30598C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CBEE7F-BB82-89E9-A92A-183D1014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A99F5C-CA3F-EDB6-D94D-8C8F0FF7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13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FAC97-C2CF-78D9-EF92-7F4CABFC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747B4F-994B-88E6-6602-8BC14F10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D71F64-5D69-056B-EFE9-C17FAA42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35777C-1AEE-A4CB-B085-C6B42562E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B2E0DF-2DA7-191F-CC3B-EC12F90E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448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E64F4-A72A-1589-0E83-3228DB4E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B5EEFF-F880-4541-D9B3-4C7D5D7C5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43C321-4CD9-1C7A-160A-4C0420CD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5D4D97-9AE9-A7FC-0F20-0B73AC72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C5100A-7FC4-91B7-F8C5-455F8D9D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70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4FAFC-1E1D-887A-31A4-246EE7B1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E135A-D8BA-EBED-9A56-A1D3B0725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730EDF-3D22-713E-FE97-398016E2F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476E8C-F7C5-38E1-6D8C-7CD6A07D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B551C6-90FB-245F-921C-8EEA2F65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4A7322-C50C-D74F-E835-FE38E13B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028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F19DA-1169-6357-3A00-CFF1A51C0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86E597-A07C-4967-469D-8FC742677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632653-A690-9A24-6251-57FBC623A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C63BD1-C64F-27D9-560A-C6591EE43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6B57CB-A29C-2567-1A24-4660ABAF0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0E09786-B9BD-B4B1-F5D3-32C76C05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22359C7-2F36-E537-2251-A1C9EE53E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E4E45A-122C-BF2E-F272-9E676D36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96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12E4B5-8513-3233-E76A-E36EA378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DE5323-B7F9-4E14-5338-3E921991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C13B7E-F4B3-5904-4BAB-64E596D9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59E0B6-4B0D-5B70-AB95-F20461D2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0551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6A30F9D-1981-FD40-E72A-1FCFB774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DAE862-8CBB-63C9-665A-1414B4A5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9C11AE-904A-0777-EF31-4CBF5795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5055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751425-2A7F-25E7-43C3-7EAA6E8F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C53EA5-BCB7-3255-EAEF-5FDA6D97E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13D950-8B08-3677-925F-91580C7E9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4A3E5B-3980-4918-0914-74328300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156378-F178-6D72-F90B-8B0FECF4F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7C9F77-D6FB-8076-B758-08D6F291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80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FB6EF-5504-5CB6-E79B-8A3B10CA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96CC195-CD24-1229-C143-45C1D8A9A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2FD930-7AA0-9175-2870-47BF381A7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345A08-5230-63CB-3C25-577EFCDA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FE737F-50BA-2B40-DE0A-CB733F13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ADE30E-6B8C-E122-FA63-C0193024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10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C6976D-7FB7-6189-97B0-5C55A59B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926FD2-F9E0-5184-C113-BB80C21EC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1F22D4-FBA9-942A-5F59-914146F3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42B732-4306-FE74-75BC-1DE3713A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7731F6-3F1A-67C7-8E69-FBB9C72D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82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09E7A2E-2A7C-E50D-BED0-503DBD067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24C4A7C-1674-A59E-115C-B88D5C642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D281AB-ED03-53E4-03F3-4BC7DBC0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042489-8E74-4097-A645-6B94CAD1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63F697-D716-96C3-6BFB-52AD38AD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52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EB02B1-12F4-A9F4-8725-6EE76BA3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09D25E-343E-64BC-6949-7CBF77323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66495F-2E9D-0B11-D5B9-54414E13E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7249E-9E31-409E-965B-ADD0B37BBDCC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D7F83E-5F7E-985F-0716-1DFC04712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CE0326-CD24-7BB3-A3A3-07C6E82F8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93329-9245-42C9-92A4-D6FA4AC0DC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13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cheat-sheet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de/authentication/connecting-to-github-with-ssh/generating-a-new-ssh-key-and-adding-it-to-the-ssh-agen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utility.io/git-simulator-online" TargetMode="External"/><Relationship Id="rId2" Type="http://schemas.openxmlformats.org/officeDocument/2006/relationships/hyperlink" Target="https://learngitbranching.js.org/?locale=de_D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DA4238-922E-F145-7FF8-F6E5F56AC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7 Versionskontrolle: </a:t>
            </a:r>
            <a:r>
              <a:rPr lang="de-DE" dirty="0" err="1"/>
              <a:t>Git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B8EA37-0702-2D10-7AF2-04F3896F3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FIAE-</a:t>
            </a:r>
            <a:r>
              <a:rPr lang="de-DE" dirty="0" err="1"/>
              <a:t>AnwP</a:t>
            </a:r>
            <a:r>
              <a:rPr lang="de-DE" dirty="0"/>
              <a:t>-Entwickeln</a:t>
            </a:r>
          </a:p>
          <a:p>
            <a:r>
              <a:rPr lang="de-DE" dirty="0"/>
              <a:t>09.04.2026</a:t>
            </a:r>
          </a:p>
        </p:txBody>
      </p:sp>
    </p:spTree>
    <p:extLst>
      <p:ext uri="{BB962C8B-B14F-4D97-AF65-F5344CB8AC3E}">
        <p14:creationId xmlns:p14="http://schemas.microsoft.com/office/powerpoint/2010/main" val="223283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897BE-72F1-2BC9-5F56-45D08668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Fahrplan</a:t>
            </a:r>
          </a:p>
        </p:txBody>
      </p:sp>
      <p:pic>
        <p:nvPicPr>
          <p:cNvPr id="2050" name="Picture 2" descr="Was ist Softwareentwicklung? Dinge, die du wissen musst! - IT ...">
            <a:extLst>
              <a:ext uri="{FF2B5EF4-FFF2-40B4-BE49-F238E27FC236}">
                <a16:creationId xmlns:a16="http://schemas.microsoft.com/office/drawing/2014/main" id="{CA6DB8F0-F216-B0EC-51D1-CFD4535DC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454" y="2286000"/>
            <a:ext cx="4035425" cy="335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CDE9566-F6BA-E123-B81D-7EF6BE30D4EE}"/>
              </a:ext>
            </a:extLst>
          </p:cNvPr>
          <p:cNvSpPr txBox="1"/>
          <p:nvPr/>
        </p:nvSpPr>
        <p:spPr>
          <a:xfrm>
            <a:off x="4411578" y="1690688"/>
            <a:ext cx="4427621" cy="369332"/>
          </a:xfrm>
          <a:prstGeom prst="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dirty="0"/>
              <a:t>2 Modulare Softwarekomponenten planen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FC3CFBE-7F7B-E0DB-85EB-6DCEA97A2923}"/>
              </a:ext>
            </a:extLst>
          </p:cNvPr>
          <p:cNvSpPr txBox="1"/>
          <p:nvPr/>
        </p:nvSpPr>
        <p:spPr>
          <a:xfrm>
            <a:off x="7431924" y="2462253"/>
            <a:ext cx="3638911" cy="923330"/>
          </a:xfrm>
          <a:prstGeom prst="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dirty="0"/>
              <a:t>3 Datenstrukturen von Softwarekomponenten planen und implementieren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4A174C2-D442-7177-8730-64650594051E}"/>
              </a:ext>
            </a:extLst>
          </p:cNvPr>
          <p:cNvSpPr txBox="1"/>
          <p:nvPr/>
        </p:nvSpPr>
        <p:spPr>
          <a:xfrm>
            <a:off x="7628859" y="3787816"/>
            <a:ext cx="3638910" cy="923330"/>
          </a:xfrm>
          <a:prstGeom prst="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dirty="0"/>
              <a:t>4 Funktionalität von Softwarekomponenten planen und implementieren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3E67022-8AA9-7233-BDF8-3D72A7BACE60}"/>
              </a:ext>
            </a:extLst>
          </p:cNvPr>
          <p:cNvSpPr txBox="1"/>
          <p:nvPr/>
        </p:nvSpPr>
        <p:spPr>
          <a:xfrm>
            <a:off x="5630779" y="5709522"/>
            <a:ext cx="4476782" cy="646331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de-DE" dirty="0"/>
              <a:t>5 Funktionalität von Softwarekomponenten testen und analysieren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69AA5DD-A60A-513D-ACB8-0256425F4058}"/>
              </a:ext>
            </a:extLst>
          </p:cNvPr>
          <p:cNvSpPr txBox="1"/>
          <p:nvPr/>
        </p:nvSpPr>
        <p:spPr>
          <a:xfrm>
            <a:off x="1476572" y="5643474"/>
            <a:ext cx="3734526" cy="646331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de-DE" dirty="0"/>
              <a:t>6 Softwarekomponenten und deren Schnittstellen dokumentieren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8B63625-7C64-9E93-4CA4-D6F9CD0FEDBC}"/>
              </a:ext>
            </a:extLst>
          </p:cNvPr>
          <p:cNvSpPr txBox="1"/>
          <p:nvPr/>
        </p:nvSpPr>
        <p:spPr>
          <a:xfrm>
            <a:off x="743133" y="5025668"/>
            <a:ext cx="3533899" cy="369332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de-DE" dirty="0"/>
              <a:t>7 Versionsverwaltung im Einsatz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CB5EDCF-7907-ECC8-24B9-45D4E44635A2}"/>
              </a:ext>
            </a:extLst>
          </p:cNvPr>
          <p:cNvSpPr txBox="1"/>
          <p:nvPr/>
        </p:nvSpPr>
        <p:spPr>
          <a:xfrm>
            <a:off x="26536" y="4235605"/>
            <a:ext cx="4137433" cy="369332"/>
          </a:xfrm>
          <a:prstGeom prst="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dirty="0"/>
              <a:t>8 Simulation Abnahme mit dem Kunden 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A008C13-E549-A0EA-BAFC-7EB336A16E72}"/>
              </a:ext>
            </a:extLst>
          </p:cNvPr>
          <p:cNvSpPr txBox="1"/>
          <p:nvPr/>
        </p:nvSpPr>
        <p:spPr>
          <a:xfrm>
            <a:off x="829260" y="3286502"/>
            <a:ext cx="3160295" cy="369332"/>
          </a:xfrm>
          <a:prstGeom prst="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dirty="0"/>
              <a:t>9 Simulation Kundenschulung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0429B22-0DF1-DE0C-4861-918AECFF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de-DE"/>
              <a:t>FIAE-AnwP-Entwickeln, Janna Rück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26DEAA-2BE9-1669-9B3B-C177C0F7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8CC41EF9-388E-4F3B-9F19-3B61B70EE672}" type="slidenum">
              <a:rPr lang="de-DE" smtClean="0"/>
              <a:t>2</a:t>
            </a:fld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8AEEB18-331F-0E4E-25F5-4E31DE3053BD}"/>
              </a:ext>
            </a:extLst>
          </p:cNvPr>
          <p:cNvCxnSpPr>
            <a:cxnSpLocks/>
          </p:cNvCxnSpPr>
          <p:nvPr/>
        </p:nvCxnSpPr>
        <p:spPr>
          <a:xfrm flipV="1">
            <a:off x="142613" y="5261752"/>
            <a:ext cx="600520" cy="7709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39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F885C-8849-DE41-1AF1-798D7A77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Was ist </a:t>
            </a:r>
            <a:r>
              <a:rPr lang="de-DE" b="1" dirty="0" err="1"/>
              <a:t>Git</a:t>
            </a:r>
            <a:r>
              <a:rPr lang="de-DE" b="1" dirty="0"/>
              <a:t>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E6B13-890C-B7B6-5901-B3D50F347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ist ein Versionskontrollsystem </a:t>
            </a:r>
          </a:p>
          <a:p>
            <a:r>
              <a:rPr lang="de-DE" dirty="0"/>
              <a:t>Es speichert Änderungen an Dateien über die Zeit </a:t>
            </a:r>
          </a:p>
          <a:p>
            <a:r>
              <a:rPr lang="de-DE" dirty="0"/>
              <a:t>Man kann ältere Versionen wiederherstellen </a:t>
            </a:r>
          </a:p>
          <a:p>
            <a:r>
              <a:rPr lang="de-DE" dirty="0"/>
              <a:t>Mehrere Personen können gleichzeitig am gleichen Projekt arbeiten </a:t>
            </a:r>
          </a:p>
          <a:p>
            <a:r>
              <a:rPr lang="de-DE" dirty="0"/>
              <a:t>Änderungen werden nachvollziehbar gespeichert </a:t>
            </a:r>
          </a:p>
        </p:txBody>
      </p:sp>
    </p:spTree>
    <p:extLst>
      <p:ext uri="{BB962C8B-B14F-4D97-AF65-F5344CB8AC3E}">
        <p14:creationId xmlns:p14="http://schemas.microsoft.com/office/powerpoint/2010/main" val="290871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2C868-3543-0067-5C36-7778540E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Warum benutzt man </a:t>
            </a:r>
            <a:r>
              <a:rPr lang="de-DE" b="1" dirty="0" err="1"/>
              <a:t>Git</a:t>
            </a:r>
            <a:r>
              <a:rPr lang="de-DE" b="1" dirty="0"/>
              <a:t>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FE29C0-87AE-F113-AEA5-DF5EA184E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Änderungen nachvollziehen </a:t>
            </a:r>
          </a:p>
          <a:p>
            <a:r>
              <a:rPr lang="de-DE" dirty="0"/>
              <a:t>Fehler rückgängig machen </a:t>
            </a:r>
          </a:p>
          <a:p>
            <a:r>
              <a:rPr lang="de-DE" dirty="0"/>
              <a:t>Zusammenarbeit im Team </a:t>
            </a:r>
          </a:p>
          <a:p>
            <a:r>
              <a:rPr lang="de-DE" dirty="0"/>
              <a:t>Experimente ohne Risiko </a:t>
            </a:r>
          </a:p>
          <a:p>
            <a:r>
              <a:rPr lang="de-DE" dirty="0"/>
              <a:t>Backup für Projekte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039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E0E7F-D952-54CB-D188-CD43B38C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Was ist ein Repository?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313EEA-00F4-26CC-A83D-5CB7463B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Ein Repository (Repo) ist ein </a:t>
            </a:r>
            <a:r>
              <a:rPr lang="de-DE" dirty="0" err="1"/>
              <a:t>Git</a:t>
            </a:r>
            <a:r>
              <a:rPr lang="de-DE" dirty="0"/>
              <a:t>-Projekt </a:t>
            </a:r>
          </a:p>
          <a:p>
            <a:r>
              <a:rPr lang="de-DE" dirty="0"/>
              <a:t>Enthält Dateien und deren Versionsverlauf </a:t>
            </a:r>
          </a:p>
          <a:p>
            <a:r>
              <a:rPr lang="de-DE" dirty="0"/>
              <a:t>Kann lokal oder online (z. B. </a:t>
            </a:r>
            <a:r>
              <a:rPr lang="de-DE" dirty="0">
                <a:hlinkClick r:id="rId2"/>
              </a:rPr>
              <a:t>GitHub</a:t>
            </a:r>
            <a:r>
              <a:rPr lang="de-DE" dirty="0"/>
              <a:t>) liegen</a:t>
            </a:r>
          </a:p>
          <a:p>
            <a:pPr marL="0" indent="0">
              <a:buNone/>
            </a:pPr>
            <a:r>
              <a:rPr lang="de-DE" dirty="0"/>
              <a:t>→ </a:t>
            </a:r>
            <a:r>
              <a:rPr lang="de-DE" dirty="0" err="1"/>
              <a:t>Local</a:t>
            </a:r>
            <a:r>
              <a:rPr lang="de-DE" dirty="0"/>
              <a:t> Repository und Remote Repository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121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AEB74B-FC31-8BE7-8672-33F4CA79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Git</a:t>
            </a:r>
            <a:r>
              <a:rPr lang="de-DE" b="1" dirty="0"/>
              <a:t> </a:t>
            </a:r>
            <a:r>
              <a:rPr lang="de-DE" b="1" dirty="0" err="1"/>
              <a:t>vs</a:t>
            </a:r>
            <a:r>
              <a:rPr lang="de-DE" b="1" dirty="0"/>
              <a:t> GitHub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F3EA3E-D785-CD37-D4C8-0CE08D1C0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b="1" dirty="0" err="1"/>
              <a:t>Git</a:t>
            </a:r>
            <a:endParaRPr lang="de-DE" b="1" dirty="0"/>
          </a:p>
          <a:p>
            <a:r>
              <a:rPr lang="de-DE" dirty="0" err="1"/>
              <a:t>Git</a:t>
            </a:r>
            <a:r>
              <a:rPr lang="de-DE" dirty="0"/>
              <a:t> ist </a:t>
            </a:r>
            <a:r>
              <a:rPr lang="de-DE" b="1" dirty="0"/>
              <a:t>nur ein Tool auf deinem Computer</a:t>
            </a:r>
            <a:r>
              <a:rPr lang="de-DE" dirty="0"/>
              <a:t> </a:t>
            </a:r>
          </a:p>
          <a:p>
            <a:r>
              <a:rPr lang="de-DE" dirty="0"/>
              <a:t>Funktioniert </a:t>
            </a:r>
            <a:r>
              <a:rPr lang="de-DE" b="1" dirty="0"/>
              <a:t>komplett lokal</a:t>
            </a:r>
            <a:r>
              <a:rPr lang="de-DE" dirty="0"/>
              <a:t> </a:t>
            </a:r>
          </a:p>
          <a:p>
            <a:r>
              <a:rPr lang="de-DE" dirty="0"/>
              <a:t>Du kannst alleine arbeiten ohne Internet </a:t>
            </a:r>
          </a:p>
          <a:p>
            <a:r>
              <a:rPr lang="de-DE" dirty="0"/>
              <a:t>Alles bleibt lokal auf deinem Rechner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GitHub</a:t>
            </a:r>
          </a:p>
          <a:p>
            <a:r>
              <a:rPr lang="de-DE" dirty="0"/>
              <a:t>GitHub ist eine </a:t>
            </a:r>
            <a:r>
              <a:rPr lang="de-DE" b="1" dirty="0"/>
              <a:t>Online-Plattform für </a:t>
            </a:r>
            <a:r>
              <a:rPr lang="de-DE" b="1" dirty="0" err="1"/>
              <a:t>Git</a:t>
            </a:r>
            <a:r>
              <a:rPr lang="de-DE" dirty="0"/>
              <a:t> </a:t>
            </a:r>
          </a:p>
          <a:p>
            <a:r>
              <a:rPr lang="de-DE" dirty="0"/>
              <a:t>Speichert dein Repository </a:t>
            </a:r>
            <a:r>
              <a:rPr lang="de-DE" b="1" dirty="0"/>
              <a:t>in der Cloud</a:t>
            </a:r>
            <a:r>
              <a:rPr lang="de-DE" dirty="0"/>
              <a:t> </a:t>
            </a:r>
          </a:p>
          <a:p>
            <a:r>
              <a:rPr lang="de-DE" dirty="0"/>
              <a:t>Ermöglicht </a:t>
            </a:r>
            <a:r>
              <a:rPr lang="de-DE" b="1" dirty="0"/>
              <a:t>Zusammenarbeit mit anderen</a:t>
            </a:r>
            <a:r>
              <a:rPr lang="de-DE" dirty="0"/>
              <a:t> </a:t>
            </a:r>
          </a:p>
          <a:p>
            <a:r>
              <a:rPr lang="de-DE" dirty="0"/>
              <a:t>Funktioniert wie ein </a:t>
            </a:r>
            <a:r>
              <a:rPr lang="de-DE" b="1" dirty="0"/>
              <a:t>Remote-Speicher für </a:t>
            </a:r>
            <a:r>
              <a:rPr lang="de-DE" b="1" dirty="0" err="1"/>
              <a:t>Git</a:t>
            </a:r>
            <a:endParaRPr lang="de-DE" b="1" dirty="0"/>
          </a:p>
          <a:p>
            <a:r>
              <a:rPr lang="de-DE" dirty="0"/>
              <a:t>Man benötigt einen Account bei </a:t>
            </a:r>
            <a:r>
              <a:rPr lang="de-DE" dirty="0" err="1"/>
              <a:t>Github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pic>
        <p:nvPicPr>
          <p:cNvPr id="9" name="Grafik 8" descr="Laptop mit einfarbiger Füllung">
            <a:extLst>
              <a:ext uri="{FF2B5EF4-FFF2-40B4-BE49-F238E27FC236}">
                <a16:creationId xmlns:a16="http://schemas.microsoft.com/office/drawing/2014/main" id="{53A4C3B3-FBA6-A12B-2997-561734A2F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63285" y="1690688"/>
            <a:ext cx="914400" cy="914400"/>
          </a:xfrm>
          <a:prstGeom prst="rect">
            <a:avLst/>
          </a:prstGeom>
        </p:spPr>
      </p:pic>
      <p:pic>
        <p:nvPicPr>
          <p:cNvPr id="12" name="Grafik 11" descr="Laptop mit einfarbiger Füllung">
            <a:extLst>
              <a:ext uri="{FF2B5EF4-FFF2-40B4-BE49-F238E27FC236}">
                <a16:creationId xmlns:a16="http://schemas.microsoft.com/office/drawing/2014/main" id="{6A3CF386-9079-374F-9DC4-6F642752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2046" y="5034023"/>
            <a:ext cx="914400" cy="914400"/>
          </a:xfrm>
          <a:prstGeom prst="rect">
            <a:avLst/>
          </a:prstGeom>
        </p:spPr>
      </p:pic>
      <p:pic>
        <p:nvPicPr>
          <p:cNvPr id="20" name="Grafik 19" descr="Laptop mit einfarbiger Füllung">
            <a:extLst>
              <a:ext uri="{FF2B5EF4-FFF2-40B4-BE49-F238E27FC236}">
                <a16:creationId xmlns:a16="http://schemas.microsoft.com/office/drawing/2014/main" id="{71A6050C-BA43-715D-12C2-0FEE296A9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48486" y="5034023"/>
            <a:ext cx="914400" cy="914400"/>
          </a:xfrm>
          <a:prstGeom prst="rect">
            <a:avLst/>
          </a:prstGeom>
        </p:spPr>
      </p:pic>
      <p:pic>
        <p:nvPicPr>
          <p:cNvPr id="26" name="Grafik 25" descr="Laptop mit einfarbiger Füllung">
            <a:extLst>
              <a:ext uri="{FF2B5EF4-FFF2-40B4-BE49-F238E27FC236}">
                <a16:creationId xmlns:a16="http://schemas.microsoft.com/office/drawing/2014/main" id="{2F8DF277-00F8-EFC5-45F8-2292331C0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5420" y="5034023"/>
            <a:ext cx="914400" cy="914400"/>
          </a:xfrm>
          <a:prstGeom prst="rect">
            <a:avLst/>
          </a:prstGeom>
        </p:spPr>
      </p:pic>
      <p:pic>
        <p:nvPicPr>
          <p:cNvPr id="31" name="Grafik 30" descr="Cloud Silhouette">
            <a:extLst>
              <a:ext uri="{FF2B5EF4-FFF2-40B4-BE49-F238E27FC236}">
                <a16:creationId xmlns:a16="http://schemas.microsoft.com/office/drawing/2014/main" id="{112B1A19-BC08-5040-5E8E-C47F13EE4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5686" y="3519086"/>
            <a:ext cx="1380000" cy="1380000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CF8971A-0F86-32FC-FE63-8648511CD6E0}"/>
              </a:ext>
            </a:extLst>
          </p:cNvPr>
          <p:cNvCxnSpPr/>
          <p:nvPr/>
        </p:nvCxnSpPr>
        <p:spPr>
          <a:xfrm flipV="1">
            <a:off x="8696446" y="4710896"/>
            <a:ext cx="652040" cy="462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EA800F33-B4F5-949B-41F6-A9128F2F40E1}"/>
              </a:ext>
            </a:extLst>
          </p:cNvPr>
          <p:cNvCxnSpPr>
            <a:cxnSpLocks/>
          </p:cNvCxnSpPr>
          <p:nvPr/>
        </p:nvCxnSpPr>
        <p:spPr>
          <a:xfrm flipH="1" flipV="1">
            <a:off x="10495686" y="4605760"/>
            <a:ext cx="578113" cy="428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FFF78102-C79D-C911-5319-23FC934542AE}"/>
              </a:ext>
            </a:extLst>
          </p:cNvPr>
          <p:cNvCxnSpPr>
            <a:cxnSpLocks/>
          </p:cNvCxnSpPr>
          <p:nvPr/>
        </p:nvCxnSpPr>
        <p:spPr>
          <a:xfrm flipV="1">
            <a:off x="9805686" y="4724551"/>
            <a:ext cx="0" cy="349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8C239EE0-33EE-DB9B-D0A4-26FE8A94D59F}"/>
              </a:ext>
            </a:extLst>
          </p:cNvPr>
          <p:cNvSpPr txBox="1"/>
          <p:nvPr/>
        </p:nvSpPr>
        <p:spPr>
          <a:xfrm>
            <a:off x="9350416" y="4134196"/>
            <a:ext cx="101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GitHub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D682B426-618C-8504-574E-9CFFABAC1238}"/>
              </a:ext>
            </a:extLst>
          </p:cNvPr>
          <p:cNvSpPr txBox="1"/>
          <p:nvPr/>
        </p:nvSpPr>
        <p:spPr>
          <a:xfrm>
            <a:off x="9547670" y="5271721"/>
            <a:ext cx="567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Git</a:t>
            </a:r>
            <a:endParaRPr lang="de-DE" b="1" dirty="0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8B86E272-7720-F552-A82F-667A4E3A070E}"/>
              </a:ext>
            </a:extLst>
          </p:cNvPr>
          <p:cNvSpPr txBox="1"/>
          <p:nvPr/>
        </p:nvSpPr>
        <p:spPr>
          <a:xfrm>
            <a:off x="10972804" y="5271721"/>
            <a:ext cx="567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Git</a:t>
            </a:r>
            <a:endParaRPr lang="de-DE" b="1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A7A4E236-CFD5-E1F8-A774-F0C2D4C37E72}"/>
              </a:ext>
            </a:extLst>
          </p:cNvPr>
          <p:cNvSpPr txBox="1"/>
          <p:nvPr/>
        </p:nvSpPr>
        <p:spPr>
          <a:xfrm>
            <a:off x="7988463" y="5244766"/>
            <a:ext cx="567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Git</a:t>
            </a:r>
            <a:endParaRPr lang="de-DE" b="1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AB95684D-E23F-E122-2BB1-F955C386FF11}"/>
              </a:ext>
            </a:extLst>
          </p:cNvPr>
          <p:cNvSpPr txBox="1"/>
          <p:nvPr/>
        </p:nvSpPr>
        <p:spPr>
          <a:xfrm>
            <a:off x="7390441" y="1963222"/>
            <a:ext cx="567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Git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77556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95C7-DF18-8779-F76B-D4946DEE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5711DA-C5C1-74DE-4052-128365F2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Git</a:t>
            </a:r>
            <a:r>
              <a:rPr lang="de-DE" b="1" dirty="0"/>
              <a:t> </a:t>
            </a:r>
            <a:r>
              <a:rPr lang="de-DE" b="1" dirty="0" err="1"/>
              <a:t>vs</a:t>
            </a:r>
            <a:r>
              <a:rPr lang="de-DE" b="1" dirty="0"/>
              <a:t> GitHub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455055-0890-8B09-1FAC-4BEBF154E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Wenn du </a:t>
            </a:r>
            <a:r>
              <a:rPr lang="de-DE" b="1" dirty="0"/>
              <a:t>alleine arbeitest</a:t>
            </a:r>
            <a:r>
              <a:rPr lang="de-DE" dirty="0"/>
              <a:t>, brauchst du </a:t>
            </a:r>
            <a:r>
              <a:rPr lang="de-DE" b="1" dirty="0"/>
              <a:t>kein GitHub</a:t>
            </a:r>
            <a:r>
              <a:rPr lang="de-DE" dirty="0"/>
              <a:t>.</a:t>
            </a:r>
          </a:p>
          <a:p>
            <a:r>
              <a:rPr lang="de-DE" dirty="0"/>
              <a:t>Du entwickelst ein Projekt alleine </a:t>
            </a:r>
          </a:p>
          <a:p>
            <a:r>
              <a:rPr lang="de-DE" dirty="0"/>
              <a:t>Wenn mehrere Personen zusammenarbeiten, dann braucht ihr:</a:t>
            </a:r>
          </a:p>
          <a:p>
            <a:pPr lvl="1"/>
            <a:r>
              <a:rPr lang="de-DE" dirty="0"/>
              <a:t>Ein gemeinsames Online-Repository </a:t>
            </a:r>
          </a:p>
          <a:p>
            <a:pPr lvl="1"/>
            <a:r>
              <a:rPr lang="de-DE" dirty="0"/>
              <a:t>Online Zugriff </a:t>
            </a:r>
          </a:p>
          <a:p>
            <a:pPr lvl="1"/>
            <a:r>
              <a:rPr lang="de-DE" dirty="0"/>
              <a:t>Synchronisation </a:t>
            </a:r>
          </a:p>
          <a:p>
            <a:pPr marL="0" indent="0">
              <a:buNone/>
            </a:pPr>
            <a:r>
              <a:rPr lang="de-DE" dirty="0"/>
              <a:t>→ Hier kommt GitHub ins Spiel</a:t>
            </a:r>
          </a:p>
          <a:p>
            <a:r>
              <a:rPr lang="de-DE" dirty="0"/>
              <a:t>Andere Alternativen zu GitHub:</a:t>
            </a:r>
          </a:p>
          <a:p>
            <a:pPr lvl="1"/>
            <a:r>
              <a:rPr lang="de-DE" dirty="0" err="1"/>
              <a:t>GitLab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Bitbucket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Self-</a:t>
            </a:r>
            <a:r>
              <a:rPr lang="de-DE" dirty="0" err="1"/>
              <a:t>hosted</a:t>
            </a:r>
            <a:r>
              <a:rPr lang="de-DE" dirty="0"/>
              <a:t> </a:t>
            </a:r>
            <a:r>
              <a:rPr lang="de-DE" dirty="0" err="1"/>
              <a:t>Git</a:t>
            </a:r>
            <a:r>
              <a:rPr lang="de-DE" dirty="0"/>
              <a:t> Server </a:t>
            </a:r>
          </a:p>
        </p:txBody>
      </p:sp>
    </p:spTree>
    <p:extLst>
      <p:ext uri="{BB962C8B-B14F-4D97-AF65-F5344CB8AC3E}">
        <p14:creationId xmlns:p14="http://schemas.microsoft.com/office/powerpoint/2010/main" val="286904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FF43-0540-B222-C209-863317F5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1163EF-B873-2FFB-9193-3990A54A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Git</a:t>
            </a:r>
            <a:r>
              <a:rPr lang="de-DE" b="1" dirty="0"/>
              <a:t> Grundprinzip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1EC752-3AC3-D126-92A1-8E54D562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arbeitet mit drei Bereichen:</a:t>
            </a:r>
          </a:p>
          <a:p>
            <a:r>
              <a:rPr lang="de-DE" dirty="0"/>
              <a:t>Working Directory </a:t>
            </a:r>
          </a:p>
          <a:p>
            <a:pPr lvl="1"/>
            <a:r>
              <a:rPr lang="de-DE" dirty="0"/>
              <a:t>Hier bearbeitest du Dateien </a:t>
            </a:r>
          </a:p>
          <a:p>
            <a:r>
              <a:rPr lang="de-DE" dirty="0" err="1"/>
              <a:t>Staging</a:t>
            </a:r>
            <a:r>
              <a:rPr lang="de-DE" dirty="0"/>
              <a:t> Area </a:t>
            </a:r>
          </a:p>
          <a:p>
            <a:pPr lvl="1"/>
            <a:r>
              <a:rPr lang="de-DE" dirty="0"/>
              <a:t>Hier werden Änderungen vorbereitet (Zwischenspeicher) </a:t>
            </a:r>
          </a:p>
          <a:p>
            <a:r>
              <a:rPr lang="de-DE" dirty="0"/>
              <a:t>Repository </a:t>
            </a:r>
          </a:p>
          <a:p>
            <a:pPr lvl="1"/>
            <a:r>
              <a:rPr lang="de-DE" dirty="0"/>
              <a:t>Hier werden Änderungen und Versionen dauerhaft gespeichert </a:t>
            </a:r>
          </a:p>
        </p:txBody>
      </p:sp>
    </p:spTree>
    <p:extLst>
      <p:ext uri="{BB962C8B-B14F-4D97-AF65-F5344CB8AC3E}">
        <p14:creationId xmlns:p14="http://schemas.microsoft.com/office/powerpoint/2010/main" val="326869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55058-6092-D747-0F79-972131A0C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Working Directory </a:t>
            </a:r>
            <a:r>
              <a:rPr lang="de-DE" b="1" dirty="0" err="1"/>
              <a:t>vs</a:t>
            </a:r>
            <a:r>
              <a:rPr lang="de-DE" b="1" dirty="0"/>
              <a:t> Repository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895132-1F72-7D62-64A9-756ABD111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DE" b="1" dirty="0"/>
              <a:t>Working Directory</a:t>
            </a:r>
          </a:p>
          <a:p>
            <a:r>
              <a:rPr lang="de-DE" dirty="0"/>
              <a:t>Das ist dein </a:t>
            </a:r>
            <a:r>
              <a:rPr lang="de-DE" b="1" dirty="0"/>
              <a:t>normaler Projektordner</a:t>
            </a:r>
            <a:r>
              <a:rPr lang="de-DE" dirty="0"/>
              <a:t> </a:t>
            </a:r>
          </a:p>
          <a:p>
            <a:r>
              <a:rPr lang="de-DE" dirty="0"/>
              <a:t>Hier bearbeitest du Dateien </a:t>
            </a:r>
          </a:p>
          <a:p>
            <a:r>
              <a:rPr lang="de-DE" dirty="0"/>
              <a:t>Änderungen sind </a:t>
            </a:r>
            <a:r>
              <a:rPr lang="de-DE" b="1" dirty="0"/>
              <a:t>noch nicht gespeichert in </a:t>
            </a:r>
            <a:r>
              <a:rPr lang="de-DE" b="1" dirty="0" err="1"/>
              <a:t>Git</a:t>
            </a:r>
            <a:r>
              <a:rPr lang="de-DE" dirty="0"/>
              <a:t> </a:t>
            </a:r>
          </a:p>
          <a:p>
            <a:r>
              <a:rPr lang="de-DE" dirty="0"/>
              <a:t>Beispiel:</a:t>
            </a:r>
          </a:p>
          <a:p>
            <a:pPr lvl="1"/>
            <a:r>
              <a:rPr lang="de-DE" dirty="0"/>
              <a:t>Du änderst app.js </a:t>
            </a:r>
          </a:p>
          <a:p>
            <a:pPr lvl="1"/>
            <a:r>
              <a:rPr lang="de-DE" dirty="0"/>
              <a:t>Datei ist geändert, aber </a:t>
            </a:r>
            <a:r>
              <a:rPr lang="de-DE" dirty="0" err="1"/>
              <a:t>Git</a:t>
            </a:r>
            <a:r>
              <a:rPr lang="de-DE" dirty="0"/>
              <a:t> hat sie noch nicht gespeichert 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b="1" dirty="0"/>
              <a:t>Repository</a:t>
            </a:r>
          </a:p>
          <a:p>
            <a:r>
              <a:rPr lang="de-DE" dirty="0"/>
              <a:t>Hier speichert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b="1" dirty="0"/>
              <a:t>Versionen deiner Dateien</a:t>
            </a:r>
            <a:r>
              <a:rPr lang="de-DE" dirty="0"/>
              <a:t> </a:t>
            </a:r>
          </a:p>
          <a:p>
            <a:r>
              <a:rPr lang="de-DE" dirty="0"/>
              <a:t>Liegt im versteckten Ordner .</a:t>
            </a:r>
            <a:r>
              <a:rPr lang="de-DE" dirty="0" err="1"/>
              <a:t>git</a:t>
            </a:r>
            <a:endParaRPr lang="de-DE" dirty="0"/>
          </a:p>
          <a:p>
            <a:r>
              <a:rPr lang="de-DE" dirty="0"/>
              <a:t>Lokales Repository: verwaltet dein lokales Arbeitsverzeichnis mit allen Änderungen</a:t>
            </a:r>
          </a:p>
          <a:p>
            <a:r>
              <a:rPr lang="de-DE" dirty="0"/>
              <a:t>Online Repository: Cloudspeicher, vor allem für die Zusammenarbeit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102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AF85E-DFEF-103A-C078-3BDF5C57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Staging</a:t>
            </a:r>
            <a:r>
              <a:rPr lang="de-DE" b="1" dirty="0"/>
              <a:t> Area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656126-94F1-5E09-9DEA-199E39A45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dirty="0"/>
              <a:t>Die </a:t>
            </a:r>
            <a:r>
              <a:rPr lang="de-DE" b="1" dirty="0" err="1"/>
              <a:t>Staging</a:t>
            </a:r>
            <a:r>
              <a:rPr lang="de-DE" b="1" dirty="0"/>
              <a:t> Area</a:t>
            </a:r>
            <a:r>
              <a:rPr lang="de-DE" dirty="0"/>
              <a:t> ist eine </a:t>
            </a:r>
            <a:r>
              <a:rPr lang="de-DE" b="1" dirty="0"/>
              <a:t>Zwischenablage für Änderungen</a:t>
            </a:r>
            <a:r>
              <a:rPr lang="de-DE" dirty="0"/>
              <a:t>.</a:t>
            </a:r>
          </a:p>
          <a:p>
            <a:r>
              <a:rPr lang="de-DE" dirty="0"/>
              <a:t>Hier sagst du </a:t>
            </a:r>
            <a:r>
              <a:rPr lang="de-DE" dirty="0" err="1"/>
              <a:t>Git</a:t>
            </a:r>
            <a:r>
              <a:rPr lang="de-DE" dirty="0"/>
              <a:t>:</a:t>
            </a:r>
          </a:p>
          <a:p>
            <a:r>
              <a:rPr lang="de-DE" dirty="0"/>
              <a:t>Diese Änderungen möchte ich speichern </a:t>
            </a:r>
          </a:p>
          <a:p>
            <a:r>
              <a:rPr lang="de-DE" dirty="0"/>
              <a:t>Diese Änderungen gehören zum nächsten Speichern dazu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Warum gibt es die </a:t>
            </a:r>
            <a:r>
              <a:rPr lang="de-DE" b="1" dirty="0" err="1"/>
              <a:t>Staging</a:t>
            </a:r>
            <a:r>
              <a:rPr lang="de-DE" b="1" dirty="0"/>
              <a:t> Area?</a:t>
            </a:r>
          </a:p>
          <a:p>
            <a:r>
              <a:rPr lang="de-DE" dirty="0"/>
              <a:t>Damit du </a:t>
            </a:r>
            <a:r>
              <a:rPr lang="de-DE" b="1" dirty="0"/>
              <a:t>kontrollieren kannst, was gespeichert wird</a:t>
            </a:r>
            <a:r>
              <a:rPr lang="de-DE" dirty="0"/>
              <a:t>.</a:t>
            </a:r>
          </a:p>
          <a:p>
            <a:r>
              <a:rPr lang="de-DE" dirty="0"/>
              <a:t>Beispiel:</a:t>
            </a:r>
          </a:p>
          <a:p>
            <a:r>
              <a:rPr lang="de-DE" dirty="0"/>
              <a:t>Du hast geändert:</a:t>
            </a:r>
          </a:p>
          <a:p>
            <a:pPr marL="457200" lvl="1" indent="0">
              <a:buNone/>
            </a:pPr>
            <a:r>
              <a:rPr lang="de-DE" dirty="0"/>
              <a:t>app.js</a:t>
            </a:r>
            <a:br>
              <a:rPr lang="de-DE" dirty="0"/>
            </a:br>
            <a:r>
              <a:rPr lang="de-DE" dirty="0"/>
              <a:t>style.css</a:t>
            </a:r>
            <a:br>
              <a:rPr lang="de-DE" dirty="0"/>
            </a:br>
            <a:r>
              <a:rPr lang="de-DE" dirty="0"/>
              <a:t>README.md</a:t>
            </a:r>
          </a:p>
          <a:p>
            <a:r>
              <a:rPr lang="de-DE" dirty="0"/>
              <a:t>Aber du willst nur app.js speichern</a:t>
            </a:r>
          </a:p>
          <a:p>
            <a:pPr marL="0" indent="0">
              <a:buNone/>
            </a:pPr>
            <a:r>
              <a:rPr lang="de-DE" dirty="0"/>
              <a:t>→ Füge nur app.js zur </a:t>
            </a:r>
            <a:r>
              <a:rPr lang="de-DE" dirty="0" err="1"/>
              <a:t>Staging</a:t>
            </a:r>
            <a:r>
              <a:rPr lang="de-DE" dirty="0"/>
              <a:t> Area</a:t>
            </a:r>
          </a:p>
          <a:p>
            <a:pPr marL="0" indent="0">
              <a:buNone/>
            </a:pPr>
            <a:r>
              <a:rPr lang="de-DE" dirty="0"/>
              <a:t>→ Die anderen Dateien bleiben unverändert.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9296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A9D64-2E48-720A-46AD-3D9EA4C2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Git</a:t>
            </a:r>
            <a:r>
              <a:rPr lang="de-DE" b="1" dirty="0"/>
              <a:t> Grundprinzip</a:t>
            </a:r>
            <a:endParaRPr lang="de-DE" dirty="0"/>
          </a:p>
        </p:txBody>
      </p:sp>
      <p:pic>
        <p:nvPicPr>
          <p:cNvPr id="5122" name="Picture 2" descr="git入門 ～仕組みを理解する～ 第8回 GitHubにアカウントとリポジトリを作成しよう | Snow System">
            <a:extLst>
              <a:ext uri="{FF2B5EF4-FFF2-40B4-BE49-F238E27FC236}">
                <a16:creationId xmlns:a16="http://schemas.microsoft.com/office/drawing/2014/main" id="{203AA4DE-B5B5-2ED4-0072-C0AA5F787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939" y="1796416"/>
            <a:ext cx="9757458" cy="437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52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7A5E7-FA48-9BA6-820E-BEF7C613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Wie benutzt man </a:t>
            </a:r>
            <a:r>
              <a:rPr lang="de-DE" b="1" dirty="0" err="1"/>
              <a:t>Git</a:t>
            </a:r>
            <a:r>
              <a:rPr lang="de-DE" b="1" dirty="0"/>
              <a:t>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774528-8178-9584-872D-FE68E13B3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Git</a:t>
            </a:r>
            <a:r>
              <a:rPr lang="de-DE" dirty="0"/>
              <a:t> wird </a:t>
            </a:r>
            <a:r>
              <a:rPr lang="de-DE" b="1" dirty="0"/>
              <a:t>meist über die Kommandozeile (CLI)</a:t>
            </a:r>
            <a:r>
              <a:rPr lang="de-DE" dirty="0"/>
              <a:t> benutzt.</a:t>
            </a:r>
          </a:p>
          <a:p>
            <a:r>
              <a:rPr lang="de-DE" dirty="0"/>
              <a:t>CLI = Command Line Interface</a:t>
            </a:r>
            <a:br>
              <a:rPr lang="de-DE" dirty="0"/>
            </a:br>
            <a:r>
              <a:rPr lang="de-DE" dirty="0"/>
              <a:t>Das bedeutet:</a:t>
            </a:r>
            <a:br>
              <a:rPr lang="de-DE" dirty="0"/>
            </a:br>
            <a:r>
              <a:rPr lang="de-DE" dirty="0"/>
              <a:t>Du gibst Befehle in ein Terminal ein.</a:t>
            </a:r>
          </a:p>
          <a:p>
            <a:pPr marL="0" indent="0">
              <a:buNone/>
            </a:pPr>
            <a:r>
              <a:rPr lang="de-DE" dirty="0"/>
              <a:t>Beispiele für Terminals:</a:t>
            </a:r>
          </a:p>
          <a:p>
            <a:r>
              <a:rPr lang="de-DE" dirty="0"/>
              <a:t>Windows: PowerShell / CMD / </a:t>
            </a:r>
            <a:r>
              <a:rPr lang="de-DE" dirty="0" err="1"/>
              <a:t>Git</a:t>
            </a:r>
            <a:r>
              <a:rPr lang="de-DE" dirty="0"/>
              <a:t> Bash </a:t>
            </a:r>
          </a:p>
          <a:p>
            <a:r>
              <a:rPr lang="de-DE" dirty="0"/>
              <a:t>Mac: Terminal </a:t>
            </a:r>
          </a:p>
          <a:p>
            <a:r>
              <a:rPr lang="de-DE" dirty="0"/>
              <a:t>Linux: Terminal </a:t>
            </a:r>
          </a:p>
          <a:p>
            <a:r>
              <a:rPr lang="de-DE" dirty="0"/>
              <a:t>VS Code: Integriertes Terminal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0928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3F2A-F406-1AA7-0704-EA64753A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AE9421-FF95-ABDB-B74B-9671C968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Wie benutzt man </a:t>
            </a:r>
            <a:r>
              <a:rPr lang="de-DE" b="1" dirty="0" err="1"/>
              <a:t>Git</a:t>
            </a:r>
            <a:r>
              <a:rPr lang="de-DE" b="1" dirty="0"/>
              <a:t>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A661E0-8325-C9C3-3BC6-B320034DB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Beispiel:</a:t>
            </a:r>
          </a:p>
          <a:p>
            <a:pPr marL="0" indent="0">
              <a:buNone/>
            </a:pPr>
            <a:r>
              <a:rPr lang="de-DE" dirty="0"/>
              <a:t> 	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status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→  zeigt den aktuellen Zustand des Arbeitsverzeichnisses an</a:t>
            </a:r>
          </a:p>
        </p:txBody>
      </p:sp>
    </p:spTree>
    <p:extLst>
      <p:ext uri="{BB962C8B-B14F-4D97-AF65-F5344CB8AC3E}">
        <p14:creationId xmlns:p14="http://schemas.microsoft.com/office/powerpoint/2010/main" val="107033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78CBC-573A-4145-6926-449483BD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Git</a:t>
            </a:r>
            <a:r>
              <a:rPr lang="de-DE" b="1" dirty="0"/>
              <a:t> kann man auch grafisch benutzen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0D46C6-13B2-DF69-C10E-96498484F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Es gibt auch GUI-Tools:</a:t>
            </a:r>
          </a:p>
          <a:p>
            <a:pPr lvl="1"/>
            <a:r>
              <a:rPr lang="de-DE" dirty="0"/>
              <a:t>GitHub Desktop </a:t>
            </a:r>
          </a:p>
          <a:p>
            <a:pPr lvl="1"/>
            <a:r>
              <a:rPr lang="de-DE" dirty="0" err="1"/>
              <a:t>GitKraken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Sourcetree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VS Code </a:t>
            </a:r>
            <a:r>
              <a:rPr lang="de-DE" dirty="0" err="1"/>
              <a:t>Git</a:t>
            </a:r>
            <a:r>
              <a:rPr lang="de-DE" dirty="0"/>
              <a:t> Integration </a:t>
            </a:r>
          </a:p>
          <a:p>
            <a:pPr marL="0" indent="0">
              <a:buNone/>
            </a:pPr>
            <a:r>
              <a:rPr lang="de-DE" dirty="0"/>
              <a:t>Aber:</a:t>
            </a:r>
          </a:p>
          <a:p>
            <a:r>
              <a:rPr lang="de-DE" dirty="0"/>
              <a:t>Viele Entwickler benutzen die CLI </a:t>
            </a:r>
          </a:p>
          <a:p>
            <a:r>
              <a:rPr lang="de-DE" dirty="0"/>
              <a:t>Tutorials verwenden meist CLI </a:t>
            </a:r>
          </a:p>
          <a:p>
            <a:r>
              <a:rPr lang="de-DE" dirty="0"/>
              <a:t>CLI gibt mehr Kontrolle </a:t>
            </a:r>
          </a:p>
          <a:p>
            <a:r>
              <a:rPr lang="de-DE" dirty="0"/>
              <a:t>Deshalb lernen Anfänger meist </a:t>
            </a:r>
            <a:r>
              <a:rPr lang="de-DE" dirty="0" err="1"/>
              <a:t>Git</a:t>
            </a:r>
            <a:r>
              <a:rPr lang="de-DE" dirty="0"/>
              <a:t> über die Kommandozeile.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4208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94FC0-5088-E0A5-8BFE-0BF21CBE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Typischer </a:t>
            </a:r>
            <a:r>
              <a:rPr lang="de-DE" b="1" dirty="0" err="1"/>
              <a:t>Git</a:t>
            </a:r>
            <a:r>
              <a:rPr lang="de-DE" b="1" dirty="0"/>
              <a:t> Workflow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6A8B89-746E-01D1-6CB4-570E1164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Änderungen holen (nur bei Online-Repository)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Datei ändern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Änderungen hinzufügen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Änderungen speichern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Änderungen hochladen (nur bei Online-Repository)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801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F322-BC62-E363-3831-65200D45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Wichtigste </a:t>
            </a:r>
            <a:r>
              <a:rPr lang="de-DE" dirty="0" err="1"/>
              <a:t>Git</a:t>
            </a:r>
            <a:r>
              <a:rPr lang="de-DE" dirty="0"/>
              <a:t> Befehle</a:t>
            </a:r>
            <a:br>
              <a:rPr lang="de-DE" dirty="0"/>
            </a:b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3B19923-20A0-4C74-4290-0F84AAD332AF}"/>
              </a:ext>
            </a:extLst>
          </p:cNvPr>
          <p:cNvSpPr txBox="1"/>
          <p:nvPr/>
        </p:nvSpPr>
        <p:spPr>
          <a:xfrm>
            <a:off x="975220" y="3850438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>
                <a:hlinkClick r:id="rId2"/>
              </a:rPr>
              <a:t>Git</a:t>
            </a:r>
            <a:r>
              <a:rPr lang="de-DE" dirty="0">
                <a:hlinkClick r:id="rId2"/>
              </a:rPr>
              <a:t> Cheat Sheet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232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9075B-0D71-8AA7-E670-006A0CC6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Git</a:t>
            </a:r>
            <a:r>
              <a:rPr lang="de-DE" b="1" dirty="0"/>
              <a:t> starten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A568EB-3235-A4F4-7AC2-5EE0AE507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endParaRPr lang="de-DE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de-DE" dirty="0"/>
          </a:p>
          <a:p>
            <a:r>
              <a:rPr lang="de-DE" dirty="0"/>
              <a:t>Startet </a:t>
            </a:r>
            <a:r>
              <a:rPr lang="de-DE" dirty="0" err="1"/>
              <a:t>Git</a:t>
            </a:r>
            <a:r>
              <a:rPr lang="de-DE" dirty="0"/>
              <a:t> im aktuellen Ordner</a:t>
            </a:r>
          </a:p>
          <a:p>
            <a:pPr marL="0" indent="0">
              <a:buNone/>
            </a:pPr>
            <a:r>
              <a:rPr lang="de-DE" dirty="0"/>
              <a:t>→ Erstellen ein lokales Repository in dem aktuellen Arbeitsverzeichnis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765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A631-58F1-945D-91E5-6D5B8063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883C3-F92E-D8C9-A1BF-EACC8884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Repository klonen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73F848-9399-D2BB-2041-96FBCDDD4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clone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&lt;URL&gt;</a:t>
            </a:r>
          </a:p>
          <a:p>
            <a:endParaRPr lang="de-DE" dirty="0"/>
          </a:p>
          <a:p>
            <a:r>
              <a:rPr lang="de-DE" dirty="0"/>
              <a:t>z.B.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clone</a:t>
            </a:r>
            <a:r>
              <a:rPr lang="de-DE" dirty="0"/>
              <a:t> https://github.com/user/website-project.git</a:t>
            </a:r>
          </a:p>
          <a:p>
            <a:r>
              <a:rPr lang="de-DE" dirty="0"/>
              <a:t>Kopiert ein bestehendes Online-Repository von z.B. </a:t>
            </a:r>
            <a:r>
              <a:rPr lang="de-DE" dirty="0" err="1"/>
              <a:t>Github</a:t>
            </a:r>
            <a:r>
              <a:rPr lang="de-DE" dirty="0"/>
              <a:t> auf deinen PC, sodass es dir lokal zur Verfügung steht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2827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64E3-21A6-1A2F-5DE5-53F16D77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1F1685-0735-C69A-7D64-F6F6880C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Status anzeigen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E2B467-BA84-6942-E9DA-EDA117E70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status</a:t>
            </a:r>
            <a:endParaRPr lang="de-DE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de-DE" dirty="0"/>
              <a:t>Zeigt:</a:t>
            </a:r>
          </a:p>
          <a:p>
            <a:pPr lvl="1"/>
            <a:r>
              <a:rPr lang="de-DE" dirty="0"/>
              <a:t>geänderte Dateien </a:t>
            </a:r>
          </a:p>
          <a:p>
            <a:pPr lvl="1"/>
            <a:r>
              <a:rPr lang="de-DE" dirty="0"/>
              <a:t>neue Dateien </a:t>
            </a:r>
          </a:p>
          <a:p>
            <a:pPr lvl="1"/>
            <a:r>
              <a:rPr lang="de-DE" dirty="0" err="1"/>
              <a:t>staged</a:t>
            </a:r>
            <a:r>
              <a:rPr lang="de-DE" dirty="0"/>
              <a:t> Dateien </a:t>
            </a:r>
          </a:p>
          <a:p>
            <a:pPr marL="457200" lvl="1" indent="0">
              <a:buNone/>
            </a:pPr>
            <a:r>
              <a:rPr lang="de-DE" dirty="0"/>
              <a:t>	→ Dateien, die zum Repository hinzugefügt, aber noch nicht gespeichert, 	wurden</a:t>
            </a:r>
          </a:p>
        </p:txBody>
      </p:sp>
    </p:spTree>
    <p:extLst>
      <p:ext uri="{BB962C8B-B14F-4D97-AF65-F5344CB8AC3E}">
        <p14:creationId xmlns:p14="http://schemas.microsoft.com/office/powerpoint/2010/main" val="338883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2017C-D62D-7DC0-5C39-782E8E03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Dateien hinzufügen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8DE0CB-9B57-0C02-3D79-AD5FC14F8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Datei:</a:t>
            </a:r>
          </a:p>
          <a:p>
            <a:pPr marL="457200" lvl="1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&lt;</a:t>
            </a:r>
            <a:r>
              <a:rPr lang="de-DE" dirty="0" err="1"/>
              <a:t>dateiname</a:t>
            </a:r>
            <a:r>
              <a:rPr lang="de-DE" dirty="0"/>
              <a:t>&gt;</a:t>
            </a:r>
          </a:p>
          <a:p>
            <a:r>
              <a:rPr lang="de-DE" dirty="0"/>
              <a:t>Alle Dateien im Repository:</a:t>
            </a:r>
          </a:p>
          <a:p>
            <a:pPr marL="457200" lvl="1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1503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3595-08F2-F1E2-1AFF-3FB8E562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DA3C67-E6B3-6B44-9DC4-D23AEF05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Änderungen speichern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2AFBC2-4A1F-4DD1-D30E-6B524BDE5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-m "Beschreibung der Änderung"</a:t>
            </a:r>
          </a:p>
          <a:p>
            <a:r>
              <a:rPr lang="de-DE" dirty="0"/>
              <a:t>Speichert alle </a:t>
            </a:r>
            <a:r>
              <a:rPr lang="de-DE" dirty="0" err="1"/>
              <a:t>gestageten</a:t>
            </a:r>
            <a:r>
              <a:rPr lang="de-DE" dirty="0"/>
              <a:t> Dateien in eurem lokalen Repository</a:t>
            </a:r>
          </a:p>
          <a:p>
            <a:r>
              <a:rPr lang="de-DE" dirty="0"/>
              <a:t>Wenn ihr etwas </a:t>
            </a:r>
            <a:r>
              <a:rPr lang="de-DE" dirty="0" err="1"/>
              <a:t>commited</a:t>
            </a:r>
            <a:r>
              <a:rPr lang="de-DE" dirty="0"/>
              <a:t>, wird </a:t>
            </a:r>
            <a:r>
              <a:rPr lang="de-DE" dirty="0" err="1"/>
              <a:t>git</a:t>
            </a:r>
            <a:r>
              <a:rPr lang="de-DE" dirty="0"/>
              <a:t> euch nach eurer </a:t>
            </a:r>
            <a:r>
              <a:rPr lang="de-DE" dirty="0" err="1"/>
              <a:t>E-mail</a:t>
            </a:r>
            <a:r>
              <a:rPr lang="de-DE" dirty="0"/>
              <a:t> und einem Nutzernamen fragen, dies könnte ihr festlegen durch: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de-DE" altLang="de-DE" sz="2400" dirty="0" err="1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altLang="de-DE" sz="24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altLang="de-DE" sz="2400" dirty="0" err="1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config</a:t>
            </a:r>
            <a:r>
              <a:rPr lang="de-DE" altLang="de-DE" sz="24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--global user.name &lt;Name&gt;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24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de-DE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config</a:t>
            </a:r>
            <a:r>
              <a:rPr lang="de-DE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--global </a:t>
            </a:r>
            <a:r>
              <a:rPr lang="de-DE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user.email</a:t>
            </a:r>
            <a:r>
              <a:rPr lang="de-DE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&lt;email@example.com"&gt;</a:t>
            </a:r>
          </a:p>
          <a:p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DCB699-8B69-A8B3-3B37-AC0E73170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8F4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329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31279-349D-6510-D1CD-2943D01C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b="1" dirty="0"/>
              <a:t>Zusammenfassung: Befehle zum lokalen Speichern</a:t>
            </a:r>
          </a:p>
        </p:txBody>
      </p:sp>
      <p:pic>
        <p:nvPicPr>
          <p:cNvPr id="4098" name="Picture 2" descr="Git - Staging Area">
            <a:extLst>
              <a:ext uri="{FF2B5EF4-FFF2-40B4-BE49-F238E27FC236}">
                <a16:creationId xmlns:a16="http://schemas.microsoft.com/office/drawing/2014/main" id="{35EE393F-1ECE-2E4E-ED93-DB44C1BBA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2115344"/>
            <a:ext cx="653415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035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C6B44-4C9C-06E7-98A4-1DA39CDF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b="1" dirty="0"/>
              <a:t>Lokales und online Repository verknüpfen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DA11DE-124A-8790-CB54-9023574B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b="1" dirty="0"/>
              <a:t>Neues Repository auf GitHub erstellen:</a:t>
            </a:r>
            <a:br>
              <a:rPr lang="de-DE" dirty="0"/>
            </a:br>
            <a:r>
              <a:rPr lang="de-DE" dirty="0"/>
              <a:t>Melde dich in deinem GitHub-Account an und erstelle ein neues Repository. </a:t>
            </a:r>
          </a:p>
          <a:p>
            <a:pPr marL="514350" indent="-514350">
              <a:buFont typeface="+mj-lt"/>
              <a:buAutoNum type="arabicPeriod"/>
            </a:pPr>
            <a:r>
              <a:rPr lang="de-DE" b="1" dirty="0"/>
              <a:t>Remote-Repository hinzufügen:</a:t>
            </a:r>
            <a:br>
              <a:rPr lang="de-DE" dirty="0"/>
            </a:br>
            <a:r>
              <a:rPr lang="de-DE" dirty="0"/>
              <a:t>Verbinde lokales Repository mit dem GitHub-Repository, das du erstellt hast: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remote </a:t>
            </a: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origin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</a:t>
            </a: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repository-url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b="1" dirty="0"/>
              <a:t>SSH-Key erstellen:</a:t>
            </a:r>
          </a:p>
          <a:p>
            <a:pPr marL="457200" lvl="1" indent="0">
              <a:buNone/>
            </a:pPr>
            <a:r>
              <a:rPr lang="de-DE" dirty="0"/>
              <a:t>Um auf das online Repository zugreifen zu können, muss man sich authentifizieren, </a:t>
            </a:r>
            <a:r>
              <a:rPr lang="de-DE"/>
              <a:t>siehe: </a:t>
            </a:r>
            <a:r>
              <a:rPr lang="de-DE">
                <a:hlinkClick r:id="rId2"/>
              </a:rPr>
              <a:t>Generieren </a:t>
            </a:r>
            <a:r>
              <a:rPr lang="de-DE" dirty="0">
                <a:hlinkClick r:id="rId2"/>
              </a:rPr>
              <a:t>eines neuen SSH-Schlüssels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108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63510-7A97-96EB-5814-32ED6E11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Änderungen herunterladen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34FF9D-36CF-8F18-EAC1-AB032EE8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pull</a:t>
            </a:r>
          </a:p>
          <a:p>
            <a:r>
              <a:rPr lang="de-DE" dirty="0"/>
              <a:t>lädt Änderungen aus dem Online-Repository (falls vorhanden) herunter</a:t>
            </a:r>
          </a:p>
          <a:p>
            <a:r>
              <a:rPr lang="de-DE" dirty="0"/>
              <a:t>um lokales Repository mit Änderungen anderer Personen zu updaten </a:t>
            </a:r>
          </a:p>
          <a:p>
            <a:r>
              <a:rPr lang="de-DE" dirty="0" err="1"/>
              <a:t>git</a:t>
            </a:r>
            <a:r>
              <a:rPr lang="de-DE" dirty="0"/>
              <a:t> pull besteht eigentlich aus zwei Befehlen:</a:t>
            </a:r>
          </a:p>
          <a:p>
            <a:pPr marL="457200" lvl="1" indent="0">
              <a:buNone/>
            </a:pPr>
            <a:r>
              <a:rPr lang="de-DE" dirty="0" err="1"/>
              <a:t>git</a:t>
            </a:r>
            <a:r>
              <a:rPr lang="de-DE" dirty="0"/>
              <a:t> pull =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fetch</a:t>
            </a:r>
            <a:r>
              <a:rPr lang="de-DE" dirty="0"/>
              <a:t> +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merge</a:t>
            </a:r>
            <a:endParaRPr lang="de-DE" dirty="0"/>
          </a:p>
          <a:p>
            <a:pPr marL="457200" lvl="1" indent="0">
              <a:buNone/>
            </a:pPr>
            <a:r>
              <a:rPr lang="de-DE" dirty="0"/>
              <a:t>1.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fetch</a:t>
            </a:r>
            <a:r>
              <a:rPr lang="de-DE" dirty="0"/>
              <a:t>, um Änderungen vom Online-Repo ins lokale Repo zu laden</a:t>
            </a:r>
          </a:p>
          <a:p>
            <a:pPr marL="457200" lvl="1" indent="0">
              <a:buNone/>
            </a:pPr>
            <a:r>
              <a:rPr lang="de-DE" dirty="0"/>
              <a:t>2.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merge</a:t>
            </a:r>
            <a:r>
              <a:rPr lang="de-DE" dirty="0"/>
              <a:t>, um das lokale Repo und das Working Directory zusammenzuführen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9551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CF0D6C-2637-EA73-B031-B29E829EA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Änderungen hochladen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D18DE4-2F79-12BF-0B1B-3A461C29D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Änderungen hochladen</a:t>
            </a:r>
            <a:endParaRPr lang="de-DE" dirty="0"/>
          </a:p>
          <a:p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push</a:t>
            </a:r>
          </a:p>
          <a:p>
            <a:r>
              <a:rPr lang="de-DE" dirty="0"/>
              <a:t>lädt Änderungen (was im lokalen Repo ist, aber noch nicht im Online-Repo) ins Online-Repository (falls vorhanden) hoch, sodass andere die Änderungen herunterladen können</a:t>
            </a:r>
          </a:p>
          <a:p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AA0D30-EF20-65C6-CCB7-70856506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8F4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26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E4846-7BCE-DC97-3106-46887D7C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Zusammenfassung: Befehle zum online Speichern</a:t>
            </a:r>
          </a:p>
        </p:txBody>
      </p:sp>
      <p:pic>
        <p:nvPicPr>
          <p:cNvPr id="2050" name="Picture 2" descr="Git Repository | Simple Way To Managing Your Local Git Repository">
            <a:extLst>
              <a:ext uri="{FF2B5EF4-FFF2-40B4-BE49-F238E27FC236}">
                <a16:creationId xmlns:a16="http://schemas.microsoft.com/office/drawing/2014/main" id="{FD28AC96-A335-3A83-D674-1E0E3FACE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410" y="1722755"/>
            <a:ext cx="7155180" cy="477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üz Bağlayıcı 7">
            <a:extLst>
              <a:ext uri="{FF2B5EF4-FFF2-40B4-BE49-F238E27FC236}">
                <a16:creationId xmlns:a16="http://schemas.microsoft.com/office/drawing/2014/main" id="{8279E1F3-6BC8-4D4E-A6A6-CAD465A17317}"/>
              </a:ext>
            </a:extLst>
          </p:cNvPr>
          <p:cNvSpPr/>
          <p:nvPr/>
        </p:nvSpPr>
        <p:spPr>
          <a:xfrm rot="10800000">
            <a:off x="3665220" y="5067300"/>
            <a:ext cx="4520520" cy="1140"/>
          </a:xfrm>
          <a:prstGeom prst="line">
            <a:avLst/>
          </a:prstGeom>
          <a:solidFill>
            <a:srgbClr val="000000">
              <a:alpha val="5000"/>
            </a:srgbClr>
          </a:solidFill>
          <a:ln w="5715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014A1F1-836C-B1ED-D369-278195F61B9C}"/>
              </a:ext>
            </a:extLst>
          </p:cNvPr>
          <p:cNvSpPr txBox="1"/>
          <p:nvPr/>
        </p:nvSpPr>
        <p:spPr>
          <a:xfrm>
            <a:off x="5295900" y="4697968"/>
            <a:ext cx="899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git</a:t>
            </a:r>
            <a:r>
              <a:rPr lang="de-DE" b="1" dirty="0"/>
              <a:t> pull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A7EBB17-5085-5C69-579E-DF1B92959471}"/>
              </a:ext>
            </a:extLst>
          </p:cNvPr>
          <p:cNvSpPr txBox="1"/>
          <p:nvPr/>
        </p:nvSpPr>
        <p:spPr>
          <a:xfrm>
            <a:off x="6690360" y="522666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git</a:t>
            </a:r>
            <a:r>
              <a:rPr lang="de-DE" dirty="0"/>
              <a:t> pull ersetzt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fetch</a:t>
            </a:r>
            <a:r>
              <a:rPr lang="de-DE" dirty="0"/>
              <a:t> +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checkout</a:t>
            </a:r>
            <a:r>
              <a:rPr lang="de-DE" dirty="0"/>
              <a:t> +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merge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4161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892994-B99E-B1AD-5AFF-ABD796ED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Branches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C36BBE-E878-40FA-0928-CD33C12D6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Ein Branch ist ein </a:t>
            </a:r>
            <a:r>
              <a:rPr lang="de-DE" b="1" dirty="0"/>
              <a:t>Entwicklungszweig</a:t>
            </a:r>
          </a:p>
          <a:p>
            <a:r>
              <a:rPr lang="de-DE" dirty="0"/>
              <a:t>Jedes Repository hat zu Beginn einen Branch namens </a:t>
            </a:r>
            <a:r>
              <a:rPr lang="de-DE" i="1" dirty="0" err="1"/>
              <a:t>master</a:t>
            </a:r>
            <a:endParaRPr lang="de-DE" i="1" dirty="0"/>
          </a:p>
          <a:p>
            <a:r>
              <a:rPr lang="de-DE" dirty="0"/>
              <a:t>Für unabhängige Features, zum Bug Fixing oder zum Experimentieren eignet es sich einen neuen Branch anzulegen</a:t>
            </a:r>
          </a:p>
          <a:p>
            <a:r>
              <a:rPr lang="de-DE" dirty="0" err="1"/>
              <a:t>Branches</a:t>
            </a:r>
            <a:r>
              <a:rPr lang="de-DE" dirty="0"/>
              <a:t> können dann später zusammengefügt werden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Beispiele:</a:t>
            </a:r>
          </a:p>
          <a:p>
            <a:r>
              <a:rPr lang="de-DE" dirty="0" err="1"/>
              <a:t>master</a:t>
            </a:r>
            <a:r>
              <a:rPr lang="de-DE" dirty="0"/>
              <a:t> (Hauptzweig) </a:t>
            </a:r>
          </a:p>
          <a:p>
            <a:r>
              <a:rPr lang="de-DE" dirty="0"/>
              <a:t>feature-login </a:t>
            </a:r>
          </a:p>
          <a:p>
            <a:r>
              <a:rPr lang="de-DE" dirty="0" err="1"/>
              <a:t>bugfix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9310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98ACA-EBD8-B46F-E571-E1FAE866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Teamarbeit mit </a:t>
            </a:r>
            <a:r>
              <a:rPr lang="de-DE" b="1" dirty="0" err="1"/>
              <a:t>Branches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F53535-6D2B-4D1A-19CF-86514644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Wenn mehrere Entwickler arbeiten:</a:t>
            </a:r>
          </a:p>
          <a:p>
            <a:r>
              <a:rPr lang="de-DE" dirty="0"/>
              <a:t>Person A → Login Feature </a:t>
            </a:r>
          </a:p>
          <a:p>
            <a:r>
              <a:rPr lang="de-DE" dirty="0"/>
              <a:t>Person B → UI Änderungen </a:t>
            </a:r>
          </a:p>
          <a:p>
            <a:r>
              <a:rPr lang="de-DE" dirty="0"/>
              <a:t>Person C → Bugfix </a:t>
            </a:r>
          </a:p>
          <a:p>
            <a:pPr marL="0" indent="0">
              <a:buNone/>
            </a:pPr>
            <a:r>
              <a:rPr lang="de-DE" dirty="0"/>
              <a:t>Alle arbeiten in eigenen </a:t>
            </a:r>
            <a:r>
              <a:rPr lang="de-DE" dirty="0" err="1"/>
              <a:t>Branches</a:t>
            </a:r>
            <a:r>
              <a:rPr lang="de-DE" dirty="0"/>
              <a:t>:</a:t>
            </a:r>
          </a:p>
          <a:p>
            <a:r>
              <a:rPr lang="de-DE" dirty="0"/>
              <a:t>feature-login </a:t>
            </a:r>
          </a:p>
          <a:p>
            <a:r>
              <a:rPr lang="de-DE" dirty="0"/>
              <a:t>feature-ui </a:t>
            </a:r>
          </a:p>
          <a:p>
            <a:r>
              <a:rPr lang="de-DE" dirty="0"/>
              <a:t>bugfix-</a:t>
            </a:r>
            <a:r>
              <a:rPr lang="de-DE" dirty="0" err="1"/>
              <a:t>navbar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→ Dann später zusammenführen.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8208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E81C5-8B04-ED38-2A2A-6B308230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Branches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F60D9F-BF93-4C98-8CF9-9D02BE5D1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b="1" dirty="0"/>
              <a:t>Branch erstellen</a:t>
            </a:r>
          </a:p>
          <a:p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branch</a:t>
            </a:r>
            <a:r>
              <a:rPr lang="de-DE" dirty="0"/>
              <a:t> neuer-</a:t>
            </a:r>
            <a:r>
              <a:rPr lang="de-DE" dirty="0" err="1"/>
              <a:t>branch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Branch wechseln</a:t>
            </a:r>
          </a:p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checkout</a:t>
            </a:r>
            <a:r>
              <a:rPr lang="de-DE" dirty="0"/>
              <a:t> neuer-</a:t>
            </a:r>
            <a:r>
              <a:rPr lang="de-DE" dirty="0" err="1"/>
              <a:t>branch</a:t>
            </a:r>
            <a:endParaRPr lang="de-DE" dirty="0"/>
          </a:p>
          <a:p>
            <a:r>
              <a:rPr lang="de-DE" dirty="0"/>
              <a:t>Oder moderner:</a:t>
            </a:r>
          </a:p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switch neuer-</a:t>
            </a:r>
            <a:r>
              <a:rPr lang="de-DE" dirty="0" err="1"/>
              <a:t>branch</a:t>
            </a:r>
            <a:endParaRPr lang="de-DE" dirty="0"/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b="1" dirty="0"/>
              <a:t>Branch erstellen und wechseln</a:t>
            </a:r>
          </a:p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checkout</a:t>
            </a:r>
            <a:r>
              <a:rPr lang="de-DE" dirty="0"/>
              <a:t> -b neuer-</a:t>
            </a:r>
            <a:r>
              <a:rPr lang="de-DE" dirty="0" err="1"/>
              <a:t>branch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Branches</a:t>
            </a:r>
            <a:r>
              <a:rPr lang="de-DE" b="1" dirty="0"/>
              <a:t> </a:t>
            </a:r>
            <a:r>
              <a:rPr lang="de-DE" b="1" dirty="0" err="1"/>
              <a:t>mergen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merge</a:t>
            </a:r>
            <a:r>
              <a:rPr lang="de-DE" dirty="0"/>
              <a:t> feature-login</a:t>
            </a:r>
          </a:p>
          <a:p>
            <a:pPr marL="0" indent="0">
              <a:buNone/>
            </a:pPr>
            <a:r>
              <a:rPr lang="de-DE" dirty="0" err="1"/>
              <a:t>merged</a:t>
            </a:r>
            <a:r>
              <a:rPr lang="de-DE" dirty="0"/>
              <a:t> den aktuellen Branch mit dem Branch feature-login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4648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F173F1-BBBC-2F05-6A66-89B7D75F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146" name="Picture 2" descr="Git Branching Model — MAP Client latest documentation">
            <a:extLst>
              <a:ext uri="{FF2B5EF4-FFF2-40B4-BE49-F238E27FC236}">
                <a16:creationId xmlns:a16="http://schemas.microsoft.com/office/drawing/2014/main" id="{0128B4B9-7CD3-0C2F-5F85-EEBA4962A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967" y="1915108"/>
            <a:ext cx="7278065" cy="411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514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F2E4-2ED0-1961-7FFA-B1C461A8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D7B09A-AA42-B49D-C32C-302F01CB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216E9A-4CD5-7F46-B92C-F991C7908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717" y="1690688"/>
            <a:ext cx="8230565" cy="430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10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57B2E-725C-50FA-6777-A8739CAB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Änderungen rückgängig machen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2E2600-D010-70D5-3C2B-DF597D052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Datei zurücksetzen:</a:t>
            </a:r>
          </a:p>
          <a:p>
            <a:pPr marL="457200" lvl="1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checkout</a:t>
            </a:r>
            <a:r>
              <a:rPr lang="de-DE" dirty="0"/>
              <a:t> datei.txt</a:t>
            </a:r>
          </a:p>
          <a:p>
            <a:r>
              <a:rPr lang="de-DE" dirty="0"/>
              <a:t>Letzten Commit rückgängig:</a:t>
            </a:r>
          </a:p>
          <a:p>
            <a:pPr marL="457200" lvl="1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reset</a:t>
            </a:r>
            <a:r>
              <a:rPr lang="de-DE" dirty="0"/>
              <a:t> --soft HEAD~1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5069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9225-398E-9679-0F68-652754CDB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Typischer Ablauf (nur lokales Repo)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945A0B-C80D-B549-B87E-F7C88584A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 err="1"/>
              <a:t>Datei</a:t>
            </a:r>
            <a:r>
              <a:rPr lang="en-GB" dirty="0"/>
              <a:t> </a:t>
            </a:r>
            <a:r>
              <a:rPr lang="en-GB" dirty="0" err="1"/>
              <a:t>ändern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Programmieren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b="1" dirty="0"/>
              <a:t>Working Directory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 add .</a:t>
            </a:r>
            <a:br>
              <a:rPr lang="en-GB" dirty="0"/>
            </a:br>
            <a:r>
              <a:rPr lang="de-DE" dirty="0"/>
              <a:t>→ Fügen alle Dateien zur </a:t>
            </a:r>
            <a:r>
              <a:rPr lang="de-DE" b="1" dirty="0" err="1"/>
              <a:t>Staging</a:t>
            </a:r>
            <a:r>
              <a:rPr lang="de-DE" b="1" dirty="0"/>
              <a:t> Area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 commit –m "</a:t>
            </a:r>
            <a:r>
              <a:rPr lang="en-GB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Beschreibung</a:t>
            </a: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der </a:t>
            </a:r>
            <a:r>
              <a:rPr lang="en-GB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Änderungen</a:t>
            </a: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br>
              <a:rPr lang="en-GB" dirty="0"/>
            </a:br>
            <a:r>
              <a:rPr lang="en-GB" dirty="0"/>
              <a:t>→ </a:t>
            </a:r>
            <a:r>
              <a:rPr lang="de-DE" dirty="0"/>
              <a:t>speichern die Änderungen mit einer Beschreibung, was geändert wurde im</a:t>
            </a:r>
            <a:r>
              <a:rPr lang="en-GB" dirty="0"/>
              <a:t> </a:t>
            </a:r>
            <a:r>
              <a:rPr lang="en-GB" b="1" dirty="0" err="1"/>
              <a:t>lokalen</a:t>
            </a:r>
            <a:r>
              <a:rPr lang="en-GB" b="1" dirty="0"/>
              <a:t> Repository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7795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87039-1F58-A27C-EA35-5D1DAA0FD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Typischer Ablauf (mit Online-Repo)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728AAE-0355-329F-20B5-8825B914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pull </a:t>
            </a:r>
            <a:br>
              <a:rPr lang="de-DE" dirty="0"/>
            </a:br>
            <a:r>
              <a:rPr lang="de-DE" dirty="0"/>
              <a:t>→ Änderungen anderer Personen aus dem </a:t>
            </a:r>
            <a:r>
              <a:rPr lang="de-DE" b="1" dirty="0"/>
              <a:t>Online-Repository</a:t>
            </a:r>
            <a:r>
              <a:rPr lang="de-DE" dirty="0"/>
              <a:t> herunterladen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Datei</a:t>
            </a:r>
            <a:r>
              <a:rPr lang="en-GB" dirty="0"/>
              <a:t> </a:t>
            </a:r>
            <a:r>
              <a:rPr lang="en-GB" dirty="0" err="1"/>
              <a:t>ändern</a:t>
            </a:r>
            <a:br>
              <a:rPr lang="en-GB" dirty="0"/>
            </a:br>
            <a:r>
              <a:rPr lang="en-GB" dirty="0"/>
              <a:t>→ </a:t>
            </a:r>
            <a:r>
              <a:rPr lang="en-GB" dirty="0" err="1"/>
              <a:t>Programmieren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b="1" dirty="0"/>
              <a:t>Working Directory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 add .</a:t>
            </a:r>
            <a:br>
              <a:rPr lang="en-GB" dirty="0"/>
            </a:br>
            <a:r>
              <a:rPr lang="de-DE" dirty="0"/>
              <a:t>→ Fügen alle Dateien zur </a:t>
            </a:r>
            <a:r>
              <a:rPr lang="de-DE" b="1" dirty="0" err="1"/>
              <a:t>Staging</a:t>
            </a:r>
            <a:r>
              <a:rPr lang="de-DE" b="1" dirty="0"/>
              <a:t> Area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 commit –m "</a:t>
            </a:r>
            <a:r>
              <a:rPr lang="en-GB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Beschreibung</a:t>
            </a: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der </a:t>
            </a:r>
            <a:r>
              <a:rPr lang="en-GB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Änderungen</a:t>
            </a:r>
            <a:r>
              <a:rPr lang="en-GB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br>
              <a:rPr lang="en-GB" dirty="0"/>
            </a:br>
            <a:r>
              <a:rPr lang="en-GB" dirty="0"/>
              <a:t>→ </a:t>
            </a:r>
            <a:r>
              <a:rPr lang="de-DE" dirty="0"/>
              <a:t>speichern die Änderungen mit einer Beschreibung, was geändert wurde im</a:t>
            </a:r>
            <a:r>
              <a:rPr lang="en-GB" dirty="0"/>
              <a:t> </a:t>
            </a:r>
            <a:r>
              <a:rPr lang="en-GB" b="1" dirty="0" err="1"/>
              <a:t>lokalen</a:t>
            </a:r>
            <a:r>
              <a:rPr lang="en-GB" b="1" dirty="0"/>
              <a:t> Repository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</a:t>
            </a:r>
            <a:r>
              <a:rPr lang="de-DE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push</a:t>
            </a:r>
            <a:br>
              <a:rPr lang="de-DE" dirty="0"/>
            </a:br>
            <a:r>
              <a:rPr lang="de-DE" dirty="0"/>
              <a:t>→ laden die Änderungen für andere ins </a:t>
            </a:r>
            <a:r>
              <a:rPr lang="de-DE" b="1" dirty="0"/>
              <a:t>Online-Repository</a:t>
            </a:r>
            <a:r>
              <a:rPr lang="de-DE" dirty="0"/>
              <a:t> hoch</a:t>
            </a:r>
          </a:p>
        </p:txBody>
      </p:sp>
    </p:spTree>
    <p:extLst>
      <p:ext uri="{BB962C8B-B14F-4D97-AF65-F5344CB8AC3E}">
        <p14:creationId xmlns:p14="http://schemas.microsoft.com/office/powerpoint/2010/main" val="130496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65DDB-AD5D-FDB9-D370-2159440B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Installation von </a:t>
            </a:r>
            <a:r>
              <a:rPr lang="de-DE" dirty="0" err="1"/>
              <a:t>Git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2217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E2C0D-60D3-DD58-7A31-826D96E8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Installation von </a:t>
            </a:r>
            <a:r>
              <a:rPr lang="de-DE" dirty="0" err="1"/>
              <a:t>Git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D0F155-5363-F07E-E858-4891318E3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muss zuerst runtergeladen werden</a:t>
            </a:r>
          </a:p>
          <a:p>
            <a:r>
              <a:rPr lang="de-DE" dirty="0"/>
              <a:t>z.B. hier: </a:t>
            </a:r>
            <a:r>
              <a:rPr lang="de-DE" dirty="0">
                <a:hlinkClick r:id="rId2"/>
              </a:rPr>
              <a:t>https://git-scm.com/install/windows</a:t>
            </a:r>
            <a:r>
              <a:rPr lang="de-DE" dirty="0"/>
              <a:t> </a:t>
            </a:r>
          </a:p>
          <a:p>
            <a:r>
              <a:rPr lang="de-DE" dirty="0"/>
              <a:t>Behalte alle Standard-Einstellungen bei und klicke im Installationsmenü bei jedem Punkt auf 'Weiter'</a:t>
            </a:r>
          </a:p>
          <a:p>
            <a:r>
              <a:rPr lang="de-DE" dirty="0"/>
              <a:t>Prüfe mit </a:t>
            </a:r>
            <a:r>
              <a:rPr lang="de-DE" i="1" dirty="0" err="1"/>
              <a:t>git</a:t>
            </a:r>
            <a:r>
              <a:rPr lang="de-DE" i="1" dirty="0"/>
              <a:t> --version </a:t>
            </a:r>
            <a:r>
              <a:rPr lang="de-DE" dirty="0"/>
              <a:t>in der Eingabeaufforderung, ob die Installation erfolgreich war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0424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42E1EB-2B70-97B4-8703-46ADE165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Üben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8E0E6A-87F0-9CE1-D9F4-F147480F4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hlinkClick r:id="rId2"/>
              </a:rPr>
              <a:t>Learn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Git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Branching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kleine Übungsaufgaben vor allem zum Lernen vom </a:t>
            </a:r>
            <a:r>
              <a:rPr lang="de-DE" dirty="0" err="1"/>
              <a:t>Branching</a:t>
            </a:r>
            <a:endParaRPr lang="de-DE" dirty="0"/>
          </a:p>
          <a:p>
            <a:pPr lvl="1"/>
            <a:r>
              <a:rPr lang="de-DE" dirty="0"/>
              <a:t>zeigt das Projekt als Graph an</a:t>
            </a:r>
          </a:p>
          <a:p>
            <a:r>
              <a:rPr lang="en-GB" dirty="0">
                <a:hlinkClick r:id="rId3"/>
              </a:rPr>
              <a:t>Git Simulator: Practice Git Commands Online for Free - WebUtility.io</a:t>
            </a:r>
            <a:endParaRPr lang="en-GB" dirty="0"/>
          </a:p>
          <a:p>
            <a:pPr lvl="1"/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Üben</a:t>
            </a:r>
            <a:r>
              <a:rPr lang="en-GB" dirty="0"/>
              <a:t> von </a:t>
            </a:r>
            <a:r>
              <a:rPr lang="en-GB" dirty="0" err="1"/>
              <a:t>allen</a:t>
            </a:r>
            <a:r>
              <a:rPr lang="en-GB" dirty="0"/>
              <a:t> </a:t>
            </a:r>
            <a:r>
              <a:rPr lang="en-GB" dirty="0" err="1"/>
              <a:t>wichtigen</a:t>
            </a:r>
            <a:r>
              <a:rPr lang="en-GB" dirty="0"/>
              <a:t> Git-</a:t>
            </a:r>
            <a:r>
              <a:rPr lang="en-GB" dirty="0" err="1"/>
              <a:t>Befehlen</a:t>
            </a:r>
            <a:endParaRPr lang="en-GB" dirty="0"/>
          </a:p>
          <a:p>
            <a:pPr lvl="1"/>
            <a:r>
              <a:rPr lang="en-GB" dirty="0" err="1"/>
              <a:t>Zeigt</a:t>
            </a:r>
            <a:r>
              <a:rPr lang="en-GB" dirty="0"/>
              <a:t> das Projekt </a:t>
            </a:r>
            <a:r>
              <a:rPr lang="en-GB" dirty="0" err="1"/>
              <a:t>grafisch</a:t>
            </a:r>
            <a:r>
              <a:rPr lang="en-GB" dirty="0"/>
              <a:t> an</a:t>
            </a:r>
          </a:p>
          <a:p>
            <a:pPr lvl="1"/>
            <a:r>
              <a:rPr lang="en-GB" dirty="0" err="1"/>
              <a:t>simuliert</a:t>
            </a:r>
            <a:r>
              <a:rPr lang="en-GB" dirty="0"/>
              <a:t> Linux Terminal</a:t>
            </a:r>
          </a:p>
          <a:p>
            <a:pPr lvl="1"/>
            <a:r>
              <a:rPr lang="en-GB" dirty="0" err="1"/>
              <a:t>erstellen</a:t>
            </a:r>
            <a:r>
              <a:rPr lang="en-GB" dirty="0"/>
              <a:t> von </a:t>
            </a:r>
            <a:r>
              <a:rPr lang="en-GB" dirty="0" err="1"/>
              <a:t>Dateien</a:t>
            </a:r>
            <a:r>
              <a:rPr lang="en-GB" dirty="0"/>
              <a:t> </a:t>
            </a:r>
            <a:r>
              <a:rPr lang="en-GB" dirty="0" err="1"/>
              <a:t>möglich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Linux-</a:t>
            </a:r>
            <a:r>
              <a:rPr lang="en-GB" dirty="0" err="1"/>
              <a:t>Befehl</a:t>
            </a:r>
            <a:r>
              <a:rPr lang="en-GB" dirty="0"/>
              <a:t>:</a:t>
            </a:r>
            <a:br>
              <a:rPr lang="en-GB" dirty="0"/>
            </a:br>
            <a:r>
              <a:rPr lang="en-GB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touch file.txt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Erstellen</a:t>
            </a:r>
            <a:r>
              <a:rPr lang="en-GB" dirty="0"/>
              <a:t> von </a:t>
            </a:r>
            <a:r>
              <a:rPr lang="en-GB" dirty="0" err="1"/>
              <a:t>Dateien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037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Microsoft Office PowerPoint</Application>
  <PresentationFormat>Breitbild</PresentationFormat>
  <Paragraphs>247</Paragraphs>
  <Slides>37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Cascadia Code</vt:lpstr>
      <vt:lpstr>Consolas</vt:lpstr>
      <vt:lpstr>Office</vt:lpstr>
      <vt:lpstr>7 Versionskontrolle: Git</vt:lpstr>
      <vt:lpstr>Fahrplan</vt:lpstr>
      <vt:lpstr>Was ist Git?</vt:lpstr>
      <vt:lpstr>Warum benutzt man Git?</vt:lpstr>
      <vt:lpstr>Was ist ein Repository?</vt:lpstr>
      <vt:lpstr>Git vs GitHub</vt:lpstr>
      <vt:lpstr>Git vs GitHub</vt:lpstr>
      <vt:lpstr>Git Grundprinzip</vt:lpstr>
      <vt:lpstr>Working Directory vs Repository</vt:lpstr>
      <vt:lpstr>Staging Area</vt:lpstr>
      <vt:lpstr>Git Grundprinzip</vt:lpstr>
      <vt:lpstr>Wie benutzt man Git?</vt:lpstr>
      <vt:lpstr>Wie benutzt man Git?</vt:lpstr>
      <vt:lpstr>Git kann man auch grafisch benutzen</vt:lpstr>
      <vt:lpstr>Typischer Git Workflow</vt:lpstr>
      <vt:lpstr>Wichtigste Git Befehle </vt:lpstr>
      <vt:lpstr>Git starten</vt:lpstr>
      <vt:lpstr>Repository klonen</vt:lpstr>
      <vt:lpstr>Status anzeigen</vt:lpstr>
      <vt:lpstr>Dateien hinzufügen</vt:lpstr>
      <vt:lpstr>Änderungen speichern</vt:lpstr>
      <vt:lpstr>Zusammenfassung: Befehle zum lokalen Speichern</vt:lpstr>
      <vt:lpstr>Lokales und online Repository verknüpfen</vt:lpstr>
      <vt:lpstr>Änderungen herunterladen</vt:lpstr>
      <vt:lpstr>Änderungen hochladen</vt:lpstr>
      <vt:lpstr>Zusammenfassung: Befehle zum online Speichern</vt:lpstr>
      <vt:lpstr>Branches</vt:lpstr>
      <vt:lpstr>Teamarbeit mit Branches</vt:lpstr>
      <vt:lpstr>Branches</vt:lpstr>
      <vt:lpstr>Branches</vt:lpstr>
      <vt:lpstr>Branches</vt:lpstr>
      <vt:lpstr>Änderungen rückgängig machen</vt:lpstr>
      <vt:lpstr>Typischer Ablauf (nur lokales Repo)</vt:lpstr>
      <vt:lpstr>Typischer Ablauf (mit Online-Repo)</vt:lpstr>
      <vt:lpstr>Installation von Git</vt:lpstr>
      <vt:lpstr>Installation von Git</vt:lpstr>
      <vt:lpstr>Git Üben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Janna Rück</dc:creator>
  <cp:lastModifiedBy>Janna Rück</cp:lastModifiedBy>
  <cp:revision>1</cp:revision>
  <dcterms:created xsi:type="dcterms:W3CDTF">2026-03-15T19:48:08Z</dcterms:created>
  <dcterms:modified xsi:type="dcterms:W3CDTF">2026-04-13T06:18:06Z</dcterms:modified>
</cp:coreProperties>
</file>